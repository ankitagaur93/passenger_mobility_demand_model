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311"/>
    <a:srgbClr val="14213D"/>
    <a:srgbClr val="FB6F92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6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073829660280435"/>
          <c:y val="3.0765578942654373E-2"/>
          <c:w val="0.55263366972358063"/>
          <c:h val="0.9384688421146912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Sheet2!$P$3</c:f>
              <c:strCache>
                <c:ptCount val="1"/>
                <c:pt idx="0">
                  <c:v>Large city</c:v>
                </c:pt>
              </c:strCache>
            </c:strRef>
          </c:tx>
          <c:spPr>
            <a:solidFill>
              <a:srgbClr val="2A9D8F"/>
            </a:solidFill>
            <a:ln>
              <a:noFill/>
            </a:ln>
            <a:effectLst/>
          </c:spPr>
          <c:invertIfNegative val="0"/>
          <c:val>
            <c:numRef>
              <c:f>Sheet2!$Q$3</c:f>
              <c:numCache>
                <c:formatCode>0</c:formatCode>
                <c:ptCount val="1"/>
                <c:pt idx="0">
                  <c:v>2.1642660167094299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A-4C5A-8366-DADB86C6D098}"/>
            </c:ext>
          </c:extLst>
        </c:ser>
        <c:ser>
          <c:idx val="1"/>
          <c:order val="1"/>
          <c:tx>
            <c:strRef>
              <c:f>Sheet2!$P$4</c:f>
              <c:strCache>
                <c:ptCount val="1"/>
                <c:pt idx="0">
                  <c:v>City</c:v>
                </c:pt>
              </c:strCache>
            </c:strRef>
          </c:tx>
          <c:spPr>
            <a:solidFill>
              <a:srgbClr val="FB6F92"/>
            </a:solidFill>
            <a:ln>
              <a:noFill/>
            </a:ln>
            <a:effectLst/>
          </c:spPr>
          <c:invertIfNegative val="0"/>
          <c:val>
            <c:numRef>
              <c:f>Sheet2!$Q$4</c:f>
              <c:numCache>
                <c:formatCode>0</c:formatCode>
                <c:ptCount val="1"/>
                <c:pt idx="0">
                  <c:v>0.86701035756669298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9A-4C5A-8366-DADB86C6D098}"/>
            </c:ext>
          </c:extLst>
        </c:ser>
        <c:ser>
          <c:idx val="2"/>
          <c:order val="2"/>
          <c:tx>
            <c:strRef>
              <c:f>Sheet2!$P$5</c:f>
              <c:strCache>
                <c:ptCount val="1"/>
                <c:pt idx="0">
                  <c:v>Town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  <a:effectLst/>
          </c:spPr>
          <c:invertIfNegative val="0"/>
          <c:val>
            <c:numRef>
              <c:f>Sheet2!$Q$5</c:f>
              <c:numCache>
                <c:formatCode>0</c:formatCode>
                <c:ptCount val="1"/>
                <c:pt idx="0">
                  <c:v>0.86137070846454611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9A-4C5A-8366-DADB86C6D098}"/>
            </c:ext>
          </c:extLst>
        </c:ser>
        <c:ser>
          <c:idx val="3"/>
          <c:order val="3"/>
          <c:tx>
            <c:strRef>
              <c:f>Sheet2!$P$6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FCA311"/>
            </a:solidFill>
            <a:ln>
              <a:noFill/>
            </a:ln>
            <a:effectLst/>
          </c:spPr>
          <c:invertIfNegative val="0"/>
          <c:val>
            <c:numRef>
              <c:f>Sheet2!$Q$6</c:f>
              <c:numCache>
                <c:formatCode>0</c:formatCode>
                <c:ptCount val="1"/>
                <c:pt idx="0">
                  <c:v>4.8537468887596393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9A-4C5A-8366-DADB86C6D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3469967"/>
        <c:axId val="1203466607"/>
      </c:barChart>
      <c:catAx>
        <c:axId val="12034699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03466607"/>
        <c:crosses val="autoZero"/>
        <c:auto val="1"/>
        <c:lblAlgn val="ctr"/>
        <c:lblOffset val="100"/>
        <c:noMultiLvlLbl val="0"/>
      </c:catAx>
      <c:valAx>
        <c:axId val="1203466607"/>
        <c:scaling>
          <c:orientation val="minMax"/>
          <c:max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Passenger</a:t>
                </a:r>
                <a:r>
                  <a:rPr lang="en-US" sz="2000" baseline="0" dirty="0"/>
                  <a:t> Kilometers (in trillion)</a:t>
                </a:r>
                <a:endParaRPr lang="en-US" sz="2000" dirty="0"/>
              </a:p>
            </c:rich>
          </c:tx>
          <c:layout>
            <c:manualLayout>
              <c:xMode val="edge"/>
              <c:yMode val="edge"/>
              <c:x val="4.1184024489901806E-2"/>
              <c:y val="0.246026042318562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469967"/>
        <c:crosses val="autoZero"/>
        <c:crossBetween val="between"/>
      </c:valAx>
      <c:spPr>
        <a:noFill/>
        <a:ln>
          <a:solidFill>
            <a:schemeClr val="bg2">
              <a:lumMod val="9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Sheet2!$J$3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2A9D8F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Sheet2!$K$3:$O$3</c:f>
              <c:numCache>
                <c:formatCode>0</c:formatCode>
                <c:ptCount val="5"/>
                <c:pt idx="0">
                  <c:v>7.8571150552067603</c:v>
                </c:pt>
                <c:pt idx="1">
                  <c:v>8.2077630316411803</c:v>
                </c:pt>
                <c:pt idx="2">
                  <c:v>8.2081158526644611</c:v>
                </c:pt>
                <c:pt idx="3">
                  <c:v>7.3888726023171705</c:v>
                </c:pt>
                <c:pt idx="4">
                  <c:v>8.2077630316411803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97-4F15-B4B3-D1EAC84F76E8}"/>
            </c:ext>
          </c:extLst>
        </c:ser>
        <c:ser>
          <c:idx val="1"/>
          <c:order val="1"/>
          <c:tx>
            <c:strRef>
              <c:f>Sheet2!$J$4</c:f>
              <c:strCache>
                <c:ptCount val="1"/>
                <c:pt idx="0">
                  <c:v>Town</c:v>
                </c:pt>
              </c:strCache>
            </c:strRef>
          </c:tx>
          <c:spPr>
            <a:solidFill>
              <a:srgbClr val="FB6F92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Sheet2!$K$4:$O$4</c:f>
              <c:numCache>
                <c:formatCode>0</c:formatCode>
                <c:ptCount val="5"/>
                <c:pt idx="0">
                  <c:v>3.0025432171379598</c:v>
                </c:pt>
                <c:pt idx="1">
                  <c:v>3.10264036065246</c:v>
                </c:pt>
                <c:pt idx="2">
                  <c:v>3.1044049534013802</c:v>
                </c:pt>
                <c:pt idx="3">
                  <c:v>2.8663391982164299</c:v>
                </c:pt>
                <c:pt idx="4">
                  <c:v>2.6558364138811905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97-4F15-B4B3-D1EAC84F76E8}"/>
            </c:ext>
          </c:extLst>
        </c:ser>
        <c:ser>
          <c:idx val="2"/>
          <c:order val="2"/>
          <c:tx>
            <c:strRef>
              <c:f>Sheet2!$J$5</c:f>
              <c:strCache>
                <c:ptCount val="1"/>
                <c:pt idx="0">
                  <c:v>City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Sheet2!$K$5:$O$5</c:f>
              <c:numCache>
                <c:formatCode>0</c:formatCode>
                <c:ptCount val="5"/>
                <c:pt idx="0">
                  <c:v>3.0933787815810496</c:v>
                </c:pt>
                <c:pt idx="1">
                  <c:v>3.09257070525919</c:v>
                </c:pt>
                <c:pt idx="2">
                  <c:v>3.0967188226469404</c:v>
                </c:pt>
                <c:pt idx="3">
                  <c:v>3.0464030494907095</c:v>
                </c:pt>
                <c:pt idx="4">
                  <c:v>2.73742518399068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97-4F15-B4B3-D1EAC84F76E8}"/>
            </c:ext>
          </c:extLst>
        </c:ser>
        <c:ser>
          <c:idx val="3"/>
          <c:order val="3"/>
          <c:tx>
            <c:strRef>
              <c:f>Sheet2!$J$6</c:f>
              <c:strCache>
                <c:ptCount val="1"/>
                <c:pt idx="0">
                  <c:v>Large city</c:v>
                </c:pt>
              </c:strCache>
            </c:strRef>
          </c:tx>
          <c:spPr>
            <a:solidFill>
              <a:srgbClr val="FCA311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Sheet2!$K$6:$O$6</c:f>
              <c:numCache>
                <c:formatCode>0</c:formatCode>
                <c:ptCount val="5"/>
                <c:pt idx="0">
                  <c:v>10.132163005520699</c:v>
                </c:pt>
                <c:pt idx="1">
                  <c:v>10.5403715412334</c:v>
                </c:pt>
                <c:pt idx="2">
                  <c:v>10.5847190147572</c:v>
                </c:pt>
                <c:pt idx="3">
                  <c:v>11.0466844164914</c:v>
                </c:pt>
                <c:pt idx="4">
                  <c:v>9.6630140198078891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97-4F15-B4B3-D1EAC84F7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5868383"/>
        <c:axId val="1215866463"/>
      </c:barChart>
      <c:catAx>
        <c:axId val="121586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866463"/>
        <c:crosses val="autoZero"/>
        <c:auto val="1"/>
        <c:lblAlgn val="ctr"/>
        <c:lblOffset val="100"/>
        <c:noMultiLvlLbl val="0"/>
      </c:catAx>
      <c:valAx>
        <c:axId val="12158664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1215868383"/>
        <c:crosses val="autoZero"/>
        <c:crossBetween val="between"/>
      </c:valAx>
      <c:spPr>
        <a:noFill/>
        <a:ln>
          <a:solidFill>
            <a:schemeClr val="bg2">
              <a:lumMod val="90000"/>
            </a:schemeClr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1</cdr:x>
      <cdr:y>0.97134</cdr:y>
    </cdr:from>
    <cdr:to>
      <cdr:x>1</cdr:x>
      <cdr:y>0.97134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5B3341F1-06CA-9A2F-9912-655EF4F48E09}"/>
            </a:ext>
          </a:extLst>
        </cdr:cNvPr>
        <cdr:cNvCxnSpPr/>
      </cdr:nvCxnSpPr>
      <cdr:spPr>
        <a:xfrm xmlns:a="http://schemas.openxmlformats.org/drawingml/2006/main" flipH="1">
          <a:off x="2466976" y="5810252"/>
          <a:ext cx="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1122363"/>
            <a:ext cx="81610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3602038"/>
            <a:ext cx="7200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31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709740"/>
            <a:ext cx="82810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4589465"/>
            <a:ext cx="82810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8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825625"/>
            <a:ext cx="408051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825625"/>
            <a:ext cx="408051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127"/>
            <a:ext cx="828103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681163"/>
            <a:ext cx="406175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505075"/>
            <a:ext cx="406175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1681163"/>
            <a:ext cx="40817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2505075"/>
            <a:ext cx="40817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8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8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457200"/>
            <a:ext cx="30966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987427"/>
            <a:ext cx="48606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2057400"/>
            <a:ext cx="30966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2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457200"/>
            <a:ext cx="30966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987427"/>
            <a:ext cx="48606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2057400"/>
            <a:ext cx="30966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365125"/>
            <a:ext cx="207025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365125"/>
            <a:ext cx="609076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365127"/>
            <a:ext cx="82810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825625"/>
            <a:ext cx="82810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6356352"/>
            <a:ext cx="2160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BC024-965C-433A-8DF9-BDEEB9D07142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6356352"/>
            <a:ext cx="3240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6356352"/>
            <a:ext cx="2160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1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0F1B53-35B3-A594-2441-5507AA67C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099279"/>
              </p:ext>
            </p:extLst>
          </p:nvPr>
        </p:nvGraphicFramePr>
        <p:xfrm>
          <a:off x="180975" y="-2"/>
          <a:ext cx="2466976" cy="5981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AD2FD3-21A0-967A-154E-44507529B20B}"/>
              </a:ext>
            </a:extLst>
          </p:cNvPr>
          <p:cNvSpPr txBox="1"/>
          <p:nvPr/>
        </p:nvSpPr>
        <p:spPr>
          <a:xfrm>
            <a:off x="1104904" y="6372229"/>
            <a:ext cx="154305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2011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9369-15DF-133B-A704-552C4BDE3602}"/>
              </a:ext>
            </a:extLst>
          </p:cNvPr>
          <p:cNvSpPr txBox="1"/>
          <p:nvPr/>
        </p:nvSpPr>
        <p:spPr>
          <a:xfrm>
            <a:off x="3267079" y="6372229"/>
            <a:ext cx="488632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2050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13DE6DD-A2E0-5B13-CA03-D7517811F8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21049"/>
              </p:ext>
            </p:extLst>
          </p:nvPr>
        </p:nvGraphicFramePr>
        <p:xfrm>
          <a:off x="3114675" y="24106"/>
          <a:ext cx="6486525" cy="6281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019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1</cp:revision>
  <dcterms:created xsi:type="dcterms:W3CDTF">2025-08-20T03:23:47Z</dcterms:created>
  <dcterms:modified xsi:type="dcterms:W3CDTF">2025-08-20T03:32:49Z</dcterms:modified>
</cp:coreProperties>
</file>