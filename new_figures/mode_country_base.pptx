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0"/>
  </p:notesMasterIdLst>
  <p:sldIdLst>
    <p:sldId id="259" r:id="rId2"/>
    <p:sldId id="260" r:id="rId3"/>
    <p:sldId id="261" r:id="rId4"/>
    <p:sldId id="258" r:id="rId5"/>
    <p:sldId id="263" r:id="rId6"/>
    <p:sldId id="264" r:id="rId7"/>
    <p:sldId id="265" r:id="rId8"/>
    <p:sldId id="266" r:id="rId9"/>
  </p:sldIdLst>
  <p:sldSz cx="5029200" cy="320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A311"/>
    <a:srgbClr val="14213D"/>
    <a:srgbClr val="FB6F92"/>
    <a:srgbClr val="2A9D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9" autoAdjust="0"/>
    <p:restoredTop sz="94660"/>
  </p:normalViewPr>
  <p:slideViewPr>
    <p:cSldViewPr snapToGrid="0">
      <p:cViewPr>
        <p:scale>
          <a:sx n="200" d="100"/>
          <a:sy n="200" d="100"/>
        </p:scale>
        <p:origin x="163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D10F30-F13A-49AD-A380-E101F5D411C3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1143000"/>
            <a:ext cx="4848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C76EEA-E26D-40ED-BE81-ED7B9E9A5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893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04888" y="1143000"/>
            <a:ext cx="48482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76EEA-E26D-40ED-BE81-ED7B9E9A545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468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0" y="523770"/>
            <a:ext cx="3771900" cy="1114213"/>
          </a:xfrm>
        </p:spPr>
        <p:txBody>
          <a:bodyPr anchor="b"/>
          <a:lstStyle>
            <a:lvl1pPr algn="ctr">
              <a:defRPr sz="24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" y="1680951"/>
            <a:ext cx="3771900" cy="772689"/>
          </a:xfrm>
        </p:spPr>
        <p:txBody>
          <a:bodyPr/>
          <a:lstStyle>
            <a:lvl1pPr marL="0" indent="0" algn="ctr">
              <a:buNone/>
              <a:defRPr sz="990"/>
            </a:lvl1pPr>
            <a:lvl2pPr marL="188595" indent="0" algn="ctr">
              <a:buNone/>
              <a:defRPr sz="825"/>
            </a:lvl2pPr>
            <a:lvl3pPr marL="377190" indent="0" algn="ctr">
              <a:buNone/>
              <a:defRPr sz="743"/>
            </a:lvl3pPr>
            <a:lvl4pPr marL="565785" indent="0" algn="ctr">
              <a:buNone/>
              <a:defRPr sz="660"/>
            </a:lvl4pPr>
            <a:lvl5pPr marL="754380" indent="0" algn="ctr">
              <a:buNone/>
              <a:defRPr sz="660"/>
            </a:lvl5pPr>
            <a:lvl6pPr marL="942975" indent="0" algn="ctr">
              <a:buNone/>
              <a:defRPr sz="660"/>
            </a:lvl6pPr>
            <a:lvl7pPr marL="1131570" indent="0" algn="ctr">
              <a:buNone/>
              <a:defRPr sz="660"/>
            </a:lvl7pPr>
            <a:lvl8pPr marL="1320165" indent="0" algn="ctr">
              <a:buNone/>
              <a:defRPr sz="660"/>
            </a:lvl8pPr>
            <a:lvl9pPr marL="1508760" indent="0" algn="ctr">
              <a:buNone/>
              <a:defRPr sz="6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100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148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138" y="797878"/>
            <a:ext cx="4337685" cy="1331277"/>
          </a:xfrm>
        </p:spPr>
        <p:txBody>
          <a:bodyPr anchor="b"/>
          <a:lstStyle>
            <a:lvl1pPr>
              <a:defRPr sz="24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138" y="2141750"/>
            <a:ext cx="4337685" cy="700087"/>
          </a:xfrm>
        </p:spPr>
        <p:txBody>
          <a:bodyPr/>
          <a:lstStyle>
            <a:lvl1pPr marL="0" indent="0">
              <a:buNone/>
              <a:defRPr sz="990">
                <a:solidFill>
                  <a:schemeClr val="tx1">
                    <a:tint val="82000"/>
                  </a:schemeClr>
                </a:solidFill>
              </a:defRPr>
            </a:lvl1pPr>
            <a:lvl2pPr marL="188595" indent="0">
              <a:buNone/>
              <a:defRPr sz="825">
                <a:solidFill>
                  <a:schemeClr val="tx1">
                    <a:tint val="82000"/>
                  </a:schemeClr>
                </a:solidFill>
              </a:defRPr>
            </a:lvl2pPr>
            <a:lvl3pPr marL="377190" indent="0">
              <a:buNone/>
              <a:defRPr sz="743">
                <a:solidFill>
                  <a:schemeClr val="tx1">
                    <a:tint val="82000"/>
                  </a:schemeClr>
                </a:solidFill>
              </a:defRPr>
            </a:lvl3pPr>
            <a:lvl4pPr marL="565785" indent="0">
              <a:buNone/>
              <a:defRPr sz="660">
                <a:solidFill>
                  <a:schemeClr val="tx1">
                    <a:tint val="82000"/>
                  </a:schemeClr>
                </a:solidFill>
              </a:defRPr>
            </a:lvl4pPr>
            <a:lvl5pPr marL="754380" indent="0">
              <a:buNone/>
              <a:defRPr sz="660">
                <a:solidFill>
                  <a:schemeClr val="tx1">
                    <a:tint val="82000"/>
                  </a:schemeClr>
                </a:solidFill>
              </a:defRPr>
            </a:lvl5pPr>
            <a:lvl6pPr marL="942975" indent="0">
              <a:buNone/>
              <a:defRPr sz="660">
                <a:solidFill>
                  <a:schemeClr val="tx1">
                    <a:tint val="82000"/>
                  </a:schemeClr>
                </a:solidFill>
              </a:defRPr>
            </a:lvl6pPr>
            <a:lvl7pPr marL="1131570" indent="0">
              <a:buNone/>
              <a:defRPr sz="660">
                <a:solidFill>
                  <a:schemeClr val="tx1">
                    <a:tint val="82000"/>
                  </a:schemeClr>
                </a:solidFill>
              </a:defRPr>
            </a:lvl7pPr>
            <a:lvl8pPr marL="1320165" indent="0">
              <a:buNone/>
              <a:defRPr sz="660">
                <a:solidFill>
                  <a:schemeClr val="tx1">
                    <a:tint val="82000"/>
                  </a:schemeClr>
                </a:solidFill>
              </a:defRPr>
            </a:lvl8pPr>
            <a:lvl9pPr marL="1508760" indent="0">
              <a:buNone/>
              <a:defRPr sz="6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925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5758" y="851959"/>
            <a:ext cx="2137410" cy="2030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46033" y="851959"/>
            <a:ext cx="2137410" cy="2030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120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170392"/>
            <a:ext cx="4337685" cy="6185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413" y="784543"/>
            <a:ext cx="2127587" cy="384492"/>
          </a:xfrm>
        </p:spPr>
        <p:txBody>
          <a:bodyPr anchor="b"/>
          <a:lstStyle>
            <a:lvl1pPr marL="0" indent="0">
              <a:buNone/>
              <a:defRPr sz="990" b="1"/>
            </a:lvl1pPr>
            <a:lvl2pPr marL="188595" indent="0">
              <a:buNone/>
              <a:defRPr sz="825" b="1"/>
            </a:lvl2pPr>
            <a:lvl3pPr marL="377190" indent="0">
              <a:buNone/>
              <a:defRPr sz="743" b="1"/>
            </a:lvl3pPr>
            <a:lvl4pPr marL="565785" indent="0">
              <a:buNone/>
              <a:defRPr sz="660" b="1"/>
            </a:lvl4pPr>
            <a:lvl5pPr marL="754380" indent="0">
              <a:buNone/>
              <a:defRPr sz="660" b="1"/>
            </a:lvl5pPr>
            <a:lvl6pPr marL="942975" indent="0">
              <a:buNone/>
              <a:defRPr sz="660" b="1"/>
            </a:lvl6pPr>
            <a:lvl7pPr marL="1131570" indent="0">
              <a:buNone/>
              <a:defRPr sz="660" b="1"/>
            </a:lvl7pPr>
            <a:lvl8pPr marL="1320165" indent="0">
              <a:buNone/>
              <a:defRPr sz="660" b="1"/>
            </a:lvl8pPr>
            <a:lvl9pPr marL="1508760" indent="0">
              <a:buNone/>
              <a:defRPr sz="6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6413" y="1169035"/>
            <a:ext cx="2127587" cy="1719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46033" y="784543"/>
            <a:ext cx="2138065" cy="384492"/>
          </a:xfrm>
        </p:spPr>
        <p:txBody>
          <a:bodyPr anchor="b"/>
          <a:lstStyle>
            <a:lvl1pPr marL="0" indent="0">
              <a:buNone/>
              <a:defRPr sz="990" b="1"/>
            </a:lvl1pPr>
            <a:lvl2pPr marL="188595" indent="0">
              <a:buNone/>
              <a:defRPr sz="825" b="1"/>
            </a:lvl2pPr>
            <a:lvl3pPr marL="377190" indent="0">
              <a:buNone/>
              <a:defRPr sz="743" b="1"/>
            </a:lvl3pPr>
            <a:lvl4pPr marL="565785" indent="0">
              <a:buNone/>
              <a:defRPr sz="660" b="1"/>
            </a:lvl4pPr>
            <a:lvl5pPr marL="754380" indent="0">
              <a:buNone/>
              <a:defRPr sz="660" b="1"/>
            </a:lvl5pPr>
            <a:lvl6pPr marL="942975" indent="0">
              <a:buNone/>
              <a:defRPr sz="660" b="1"/>
            </a:lvl6pPr>
            <a:lvl7pPr marL="1131570" indent="0">
              <a:buNone/>
              <a:defRPr sz="660" b="1"/>
            </a:lvl7pPr>
            <a:lvl8pPr marL="1320165" indent="0">
              <a:buNone/>
              <a:defRPr sz="660" b="1"/>
            </a:lvl8pPr>
            <a:lvl9pPr marL="1508760" indent="0">
              <a:buNone/>
              <a:defRPr sz="6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46033" y="1169035"/>
            <a:ext cx="2138065" cy="1719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75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255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792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213360"/>
            <a:ext cx="1622048" cy="746760"/>
          </a:xfrm>
        </p:spPr>
        <p:txBody>
          <a:bodyPr anchor="b"/>
          <a:lstStyle>
            <a:lvl1pPr>
              <a:defRPr sz="1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8065" y="460799"/>
            <a:ext cx="2546033" cy="2274358"/>
          </a:xfrm>
        </p:spPr>
        <p:txBody>
          <a:bodyPr/>
          <a:lstStyle>
            <a:lvl1pPr>
              <a:defRPr sz="1320"/>
            </a:lvl1pPr>
            <a:lvl2pPr>
              <a:defRPr sz="1155"/>
            </a:lvl2pPr>
            <a:lvl3pPr>
              <a:defRPr sz="990"/>
            </a:lvl3pPr>
            <a:lvl4pPr>
              <a:defRPr sz="825"/>
            </a:lvl4pPr>
            <a:lvl5pPr>
              <a:defRPr sz="825"/>
            </a:lvl5pPr>
            <a:lvl6pPr>
              <a:defRPr sz="825"/>
            </a:lvl6pPr>
            <a:lvl7pPr>
              <a:defRPr sz="825"/>
            </a:lvl7pPr>
            <a:lvl8pPr>
              <a:defRPr sz="825"/>
            </a:lvl8pPr>
            <a:lvl9pPr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3" y="960120"/>
            <a:ext cx="1622048" cy="1778741"/>
          </a:xfrm>
        </p:spPr>
        <p:txBody>
          <a:bodyPr/>
          <a:lstStyle>
            <a:lvl1pPr marL="0" indent="0">
              <a:buNone/>
              <a:defRPr sz="660"/>
            </a:lvl1pPr>
            <a:lvl2pPr marL="188595" indent="0">
              <a:buNone/>
              <a:defRPr sz="578"/>
            </a:lvl2pPr>
            <a:lvl3pPr marL="377190" indent="0">
              <a:buNone/>
              <a:defRPr sz="495"/>
            </a:lvl3pPr>
            <a:lvl4pPr marL="565785" indent="0">
              <a:buNone/>
              <a:defRPr sz="413"/>
            </a:lvl4pPr>
            <a:lvl5pPr marL="754380" indent="0">
              <a:buNone/>
              <a:defRPr sz="413"/>
            </a:lvl5pPr>
            <a:lvl6pPr marL="942975" indent="0">
              <a:buNone/>
              <a:defRPr sz="413"/>
            </a:lvl6pPr>
            <a:lvl7pPr marL="1131570" indent="0">
              <a:buNone/>
              <a:defRPr sz="413"/>
            </a:lvl7pPr>
            <a:lvl8pPr marL="1320165" indent="0">
              <a:buNone/>
              <a:defRPr sz="413"/>
            </a:lvl8pPr>
            <a:lvl9pPr marL="1508760" indent="0">
              <a:buNone/>
              <a:defRPr sz="4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946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213360"/>
            <a:ext cx="1622048" cy="746760"/>
          </a:xfrm>
        </p:spPr>
        <p:txBody>
          <a:bodyPr anchor="b"/>
          <a:lstStyle>
            <a:lvl1pPr>
              <a:defRPr sz="1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38065" y="460799"/>
            <a:ext cx="2546033" cy="2274358"/>
          </a:xfrm>
        </p:spPr>
        <p:txBody>
          <a:bodyPr anchor="t"/>
          <a:lstStyle>
            <a:lvl1pPr marL="0" indent="0">
              <a:buNone/>
              <a:defRPr sz="1320"/>
            </a:lvl1pPr>
            <a:lvl2pPr marL="188595" indent="0">
              <a:buNone/>
              <a:defRPr sz="1155"/>
            </a:lvl2pPr>
            <a:lvl3pPr marL="377190" indent="0">
              <a:buNone/>
              <a:defRPr sz="990"/>
            </a:lvl3pPr>
            <a:lvl4pPr marL="565785" indent="0">
              <a:buNone/>
              <a:defRPr sz="825"/>
            </a:lvl4pPr>
            <a:lvl5pPr marL="754380" indent="0">
              <a:buNone/>
              <a:defRPr sz="825"/>
            </a:lvl5pPr>
            <a:lvl6pPr marL="942975" indent="0">
              <a:buNone/>
              <a:defRPr sz="825"/>
            </a:lvl6pPr>
            <a:lvl7pPr marL="1131570" indent="0">
              <a:buNone/>
              <a:defRPr sz="825"/>
            </a:lvl7pPr>
            <a:lvl8pPr marL="1320165" indent="0">
              <a:buNone/>
              <a:defRPr sz="825"/>
            </a:lvl8pPr>
            <a:lvl9pPr marL="1508760" indent="0">
              <a:buNone/>
              <a:defRPr sz="82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3" y="960120"/>
            <a:ext cx="1622048" cy="1778741"/>
          </a:xfrm>
        </p:spPr>
        <p:txBody>
          <a:bodyPr/>
          <a:lstStyle>
            <a:lvl1pPr marL="0" indent="0">
              <a:buNone/>
              <a:defRPr sz="660"/>
            </a:lvl1pPr>
            <a:lvl2pPr marL="188595" indent="0">
              <a:buNone/>
              <a:defRPr sz="578"/>
            </a:lvl2pPr>
            <a:lvl3pPr marL="377190" indent="0">
              <a:buNone/>
              <a:defRPr sz="495"/>
            </a:lvl3pPr>
            <a:lvl4pPr marL="565785" indent="0">
              <a:buNone/>
              <a:defRPr sz="413"/>
            </a:lvl4pPr>
            <a:lvl5pPr marL="754380" indent="0">
              <a:buNone/>
              <a:defRPr sz="413"/>
            </a:lvl5pPr>
            <a:lvl6pPr marL="942975" indent="0">
              <a:buNone/>
              <a:defRPr sz="413"/>
            </a:lvl6pPr>
            <a:lvl7pPr marL="1131570" indent="0">
              <a:buNone/>
              <a:defRPr sz="413"/>
            </a:lvl7pPr>
            <a:lvl8pPr marL="1320165" indent="0">
              <a:buNone/>
              <a:defRPr sz="413"/>
            </a:lvl8pPr>
            <a:lvl9pPr marL="1508760" indent="0">
              <a:buNone/>
              <a:defRPr sz="4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852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344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599021" y="170392"/>
            <a:ext cx="1084421" cy="271219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5757" y="170392"/>
            <a:ext cx="3190399" cy="27121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629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5758" y="170392"/>
            <a:ext cx="4337685" cy="6185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758" y="851959"/>
            <a:ext cx="4337685" cy="2030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5758" y="2966297"/>
            <a:ext cx="1131570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9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7BC024-965C-433A-8DF9-BDEEB9D0714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5923" y="2966297"/>
            <a:ext cx="1697355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9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1873" y="2966297"/>
            <a:ext cx="1131570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9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635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377190" rtl="0" eaLnBrk="1" latinLnBrk="0" hangingPunct="1">
        <a:lnSpc>
          <a:spcPct val="90000"/>
        </a:lnSpc>
        <a:spcBef>
          <a:spcPct val="0"/>
        </a:spcBef>
        <a:buNone/>
        <a:defRPr sz="18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4298" indent="-94298" algn="l" defTabSz="37719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155" kern="1200">
          <a:solidFill>
            <a:schemeClr val="tx1"/>
          </a:solidFill>
          <a:latin typeface="+mn-lt"/>
          <a:ea typeface="+mn-ea"/>
          <a:cs typeface="+mn-cs"/>
        </a:defRPr>
      </a:lvl1pPr>
      <a:lvl2pPr marL="282893" indent="-94298" algn="l" defTabSz="377190" rtl="0" eaLnBrk="1" latinLnBrk="0" hangingPunct="1">
        <a:lnSpc>
          <a:spcPct val="90000"/>
        </a:lnSpc>
        <a:spcBef>
          <a:spcPts val="206"/>
        </a:spcBef>
        <a:buFont typeface="Arial" panose="020B0604020202020204" pitchFamily="34" charset="0"/>
        <a:buChar char="•"/>
        <a:defRPr sz="990" kern="1200">
          <a:solidFill>
            <a:schemeClr val="tx1"/>
          </a:solidFill>
          <a:latin typeface="+mn-lt"/>
          <a:ea typeface="+mn-ea"/>
          <a:cs typeface="+mn-cs"/>
        </a:defRPr>
      </a:lvl2pPr>
      <a:lvl3pPr marL="471488" indent="-94298" algn="l" defTabSz="377190" rtl="0" eaLnBrk="1" latinLnBrk="0" hangingPunct="1">
        <a:lnSpc>
          <a:spcPct val="90000"/>
        </a:lnSpc>
        <a:spcBef>
          <a:spcPts val="206"/>
        </a:spcBef>
        <a:buFont typeface="Arial" panose="020B0604020202020204" pitchFamily="34" charset="0"/>
        <a:buChar char="•"/>
        <a:defRPr sz="825" kern="1200">
          <a:solidFill>
            <a:schemeClr val="tx1"/>
          </a:solidFill>
          <a:latin typeface="+mn-lt"/>
          <a:ea typeface="+mn-ea"/>
          <a:cs typeface="+mn-cs"/>
        </a:defRPr>
      </a:lvl3pPr>
      <a:lvl4pPr marL="660083" indent="-94298" algn="l" defTabSz="377190" rtl="0" eaLnBrk="1" latinLnBrk="0" hangingPunct="1">
        <a:lnSpc>
          <a:spcPct val="90000"/>
        </a:lnSpc>
        <a:spcBef>
          <a:spcPts val="206"/>
        </a:spcBef>
        <a:buFont typeface="Arial" panose="020B0604020202020204" pitchFamily="34" charset="0"/>
        <a:buChar char="•"/>
        <a:defRPr sz="743" kern="1200">
          <a:solidFill>
            <a:schemeClr val="tx1"/>
          </a:solidFill>
          <a:latin typeface="+mn-lt"/>
          <a:ea typeface="+mn-ea"/>
          <a:cs typeface="+mn-cs"/>
        </a:defRPr>
      </a:lvl4pPr>
      <a:lvl5pPr marL="848678" indent="-94298" algn="l" defTabSz="377190" rtl="0" eaLnBrk="1" latinLnBrk="0" hangingPunct="1">
        <a:lnSpc>
          <a:spcPct val="90000"/>
        </a:lnSpc>
        <a:spcBef>
          <a:spcPts val="206"/>
        </a:spcBef>
        <a:buFont typeface="Arial" panose="020B0604020202020204" pitchFamily="34" charset="0"/>
        <a:buChar char="•"/>
        <a:defRPr sz="743" kern="1200">
          <a:solidFill>
            <a:schemeClr val="tx1"/>
          </a:solidFill>
          <a:latin typeface="+mn-lt"/>
          <a:ea typeface="+mn-ea"/>
          <a:cs typeface="+mn-cs"/>
        </a:defRPr>
      </a:lvl5pPr>
      <a:lvl6pPr marL="1037273" indent="-94298" algn="l" defTabSz="377190" rtl="0" eaLnBrk="1" latinLnBrk="0" hangingPunct="1">
        <a:lnSpc>
          <a:spcPct val="90000"/>
        </a:lnSpc>
        <a:spcBef>
          <a:spcPts val="206"/>
        </a:spcBef>
        <a:buFont typeface="Arial" panose="020B0604020202020204" pitchFamily="34" charset="0"/>
        <a:buChar char="•"/>
        <a:defRPr sz="743" kern="1200">
          <a:solidFill>
            <a:schemeClr val="tx1"/>
          </a:solidFill>
          <a:latin typeface="+mn-lt"/>
          <a:ea typeface="+mn-ea"/>
          <a:cs typeface="+mn-cs"/>
        </a:defRPr>
      </a:lvl6pPr>
      <a:lvl7pPr marL="1225868" indent="-94298" algn="l" defTabSz="377190" rtl="0" eaLnBrk="1" latinLnBrk="0" hangingPunct="1">
        <a:lnSpc>
          <a:spcPct val="90000"/>
        </a:lnSpc>
        <a:spcBef>
          <a:spcPts val="206"/>
        </a:spcBef>
        <a:buFont typeface="Arial" panose="020B0604020202020204" pitchFamily="34" charset="0"/>
        <a:buChar char="•"/>
        <a:defRPr sz="743" kern="1200">
          <a:solidFill>
            <a:schemeClr val="tx1"/>
          </a:solidFill>
          <a:latin typeface="+mn-lt"/>
          <a:ea typeface="+mn-ea"/>
          <a:cs typeface="+mn-cs"/>
        </a:defRPr>
      </a:lvl7pPr>
      <a:lvl8pPr marL="1414463" indent="-94298" algn="l" defTabSz="377190" rtl="0" eaLnBrk="1" latinLnBrk="0" hangingPunct="1">
        <a:lnSpc>
          <a:spcPct val="90000"/>
        </a:lnSpc>
        <a:spcBef>
          <a:spcPts val="206"/>
        </a:spcBef>
        <a:buFont typeface="Arial" panose="020B0604020202020204" pitchFamily="34" charset="0"/>
        <a:buChar char="•"/>
        <a:defRPr sz="743" kern="1200">
          <a:solidFill>
            <a:schemeClr val="tx1"/>
          </a:solidFill>
          <a:latin typeface="+mn-lt"/>
          <a:ea typeface="+mn-ea"/>
          <a:cs typeface="+mn-cs"/>
        </a:defRPr>
      </a:lvl8pPr>
      <a:lvl9pPr marL="1603058" indent="-94298" algn="l" defTabSz="377190" rtl="0" eaLnBrk="1" latinLnBrk="0" hangingPunct="1">
        <a:lnSpc>
          <a:spcPct val="90000"/>
        </a:lnSpc>
        <a:spcBef>
          <a:spcPts val="206"/>
        </a:spcBef>
        <a:buFont typeface="Arial" panose="020B0604020202020204" pitchFamily="34" charset="0"/>
        <a:buChar char="•"/>
        <a:defRPr sz="7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77190" rtl="0" eaLnBrk="1" latinLnBrk="0" hangingPunct="1">
        <a:defRPr sz="743" kern="1200">
          <a:solidFill>
            <a:schemeClr val="tx1"/>
          </a:solidFill>
          <a:latin typeface="+mn-lt"/>
          <a:ea typeface="+mn-ea"/>
          <a:cs typeface="+mn-cs"/>
        </a:defRPr>
      </a:lvl1pPr>
      <a:lvl2pPr marL="188595" algn="l" defTabSz="377190" rtl="0" eaLnBrk="1" latinLnBrk="0" hangingPunct="1">
        <a:defRPr sz="743" kern="1200">
          <a:solidFill>
            <a:schemeClr val="tx1"/>
          </a:solidFill>
          <a:latin typeface="+mn-lt"/>
          <a:ea typeface="+mn-ea"/>
          <a:cs typeface="+mn-cs"/>
        </a:defRPr>
      </a:lvl2pPr>
      <a:lvl3pPr marL="377190" algn="l" defTabSz="377190" rtl="0" eaLnBrk="1" latinLnBrk="0" hangingPunct="1">
        <a:defRPr sz="743" kern="1200">
          <a:solidFill>
            <a:schemeClr val="tx1"/>
          </a:solidFill>
          <a:latin typeface="+mn-lt"/>
          <a:ea typeface="+mn-ea"/>
          <a:cs typeface="+mn-cs"/>
        </a:defRPr>
      </a:lvl3pPr>
      <a:lvl4pPr marL="565785" algn="l" defTabSz="377190" rtl="0" eaLnBrk="1" latinLnBrk="0" hangingPunct="1">
        <a:defRPr sz="743" kern="1200">
          <a:solidFill>
            <a:schemeClr val="tx1"/>
          </a:solidFill>
          <a:latin typeface="+mn-lt"/>
          <a:ea typeface="+mn-ea"/>
          <a:cs typeface="+mn-cs"/>
        </a:defRPr>
      </a:lvl4pPr>
      <a:lvl5pPr marL="754380" algn="l" defTabSz="377190" rtl="0" eaLnBrk="1" latinLnBrk="0" hangingPunct="1">
        <a:defRPr sz="743" kern="1200">
          <a:solidFill>
            <a:schemeClr val="tx1"/>
          </a:solidFill>
          <a:latin typeface="+mn-lt"/>
          <a:ea typeface="+mn-ea"/>
          <a:cs typeface="+mn-cs"/>
        </a:defRPr>
      </a:lvl5pPr>
      <a:lvl6pPr marL="942975" algn="l" defTabSz="377190" rtl="0" eaLnBrk="1" latinLnBrk="0" hangingPunct="1">
        <a:defRPr sz="743" kern="1200">
          <a:solidFill>
            <a:schemeClr val="tx1"/>
          </a:solidFill>
          <a:latin typeface="+mn-lt"/>
          <a:ea typeface="+mn-ea"/>
          <a:cs typeface="+mn-cs"/>
        </a:defRPr>
      </a:lvl6pPr>
      <a:lvl7pPr marL="1131570" algn="l" defTabSz="377190" rtl="0" eaLnBrk="1" latinLnBrk="0" hangingPunct="1">
        <a:defRPr sz="743" kern="1200">
          <a:solidFill>
            <a:schemeClr val="tx1"/>
          </a:solidFill>
          <a:latin typeface="+mn-lt"/>
          <a:ea typeface="+mn-ea"/>
          <a:cs typeface="+mn-cs"/>
        </a:defRPr>
      </a:lvl7pPr>
      <a:lvl8pPr marL="1320165" algn="l" defTabSz="377190" rtl="0" eaLnBrk="1" latinLnBrk="0" hangingPunct="1">
        <a:defRPr sz="743" kern="1200">
          <a:solidFill>
            <a:schemeClr val="tx1"/>
          </a:solidFill>
          <a:latin typeface="+mn-lt"/>
          <a:ea typeface="+mn-ea"/>
          <a:cs typeface="+mn-cs"/>
        </a:defRPr>
      </a:lvl8pPr>
      <a:lvl9pPr marL="1508760" algn="l" defTabSz="377190" rtl="0" eaLnBrk="1" latinLnBrk="0" hangingPunct="1">
        <a:defRPr sz="7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43416D-F139-F463-BAB1-857FCACDED7D}"/>
              </a:ext>
            </a:extLst>
          </p:cNvPr>
          <p:cNvSpPr txBox="1"/>
          <p:nvPr/>
        </p:nvSpPr>
        <p:spPr>
          <a:xfrm>
            <a:off x="0" y="-18288"/>
            <a:ext cx="5029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Afghanistan</a:t>
            </a:r>
          </a:p>
        </p:txBody>
      </p:sp>
      <p:pic>
        <p:nvPicPr>
          <p:cNvPr id="4" name="Picture 3" descr="Chart, bar chart&#10;&#10;AI-generated content may be incorrect.">
            <a:extLst>
              <a:ext uri="{FF2B5EF4-FFF2-40B4-BE49-F238E27FC236}">
                <a16:creationId xmlns:a16="http://schemas.microsoft.com/office/drawing/2014/main" id="{F4BC8C72-DBD7-9FD4-E09D-01A2E831BD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4320"/>
            <a:ext cx="1511224" cy="2926080"/>
          </a:xfrm>
          <a:prstGeom prst="rect">
            <a:avLst/>
          </a:prstGeom>
        </p:spPr>
      </p:pic>
      <p:pic>
        <p:nvPicPr>
          <p:cNvPr id="5" name="Picture 4" descr="Chart, bar chart&#10;&#10;AI-generated content may be incorrect.">
            <a:extLst>
              <a:ext uri="{FF2B5EF4-FFF2-40B4-BE49-F238E27FC236}">
                <a16:creationId xmlns:a16="http://schemas.microsoft.com/office/drawing/2014/main" id="{29547714-4281-5763-0056-32A6CF603B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224" y="249678"/>
            <a:ext cx="3469306" cy="293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04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38E0C77-02F9-0AD8-8164-F1DBF3A5C9C3}"/>
              </a:ext>
            </a:extLst>
          </p:cNvPr>
          <p:cNvSpPr txBox="1"/>
          <p:nvPr/>
        </p:nvSpPr>
        <p:spPr>
          <a:xfrm>
            <a:off x="0" y="-52149"/>
            <a:ext cx="502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Bangladesh</a:t>
            </a:r>
          </a:p>
        </p:txBody>
      </p:sp>
      <p:pic>
        <p:nvPicPr>
          <p:cNvPr id="4" name="Picture 3" descr="Chart, bar chart&#10;&#10;AI-generated content may be incorrect.">
            <a:extLst>
              <a:ext uri="{FF2B5EF4-FFF2-40B4-BE49-F238E27FC236}">
                <a16:creationId xmlns:a16="http://schemas.microsoft.com/office/drawing/2014/main" id="{924EF03B-DA41-2345-C248-4213CC45BB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4320"/>
            <a:ext cx="1511224" cy="2926080"/>
          </a:xfrm>
          <a:prstGeom prst="rect">
            <a:avLst/>
          </a:prstGeom>
        </p:spPr>
      </p:pic>
      <p:pic>
        <p:nvPicPr>
          <p:cNvPr id="3" name="Picture 2" descr="Chart, bar chart&#10;&#10;AI-generated content may be incorrect.">
            <a:extLst>
              <a:ext uri="{FF2B5EF4-FFF2-40B4-BE49-F238E27FC236}">
                <a16:creationId xmlns:a16="http://schemas.microsoft.com/office/drawing/2014/main" id="{FC18EADE-66DE-6D1D-65A2-C1EB75AE33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224" y="250555"/>
            <a:ext cx="3469306" cy="293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7513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CA6A795-B976-0CC7-8EA8-4C0D3BBE4DBD}"/>
              </a:ext>
            </a:extLst>
          </p:cNvPr>
          <p:cNvSpPr txBox="1"/>
          <p:nvPr/>
        </p:nvSpPr>
        <p:spPr>
          <a:xfrm>
            <a:off x="0" y="-42863"/>
            <a:ext cx="502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Bhutan</a:t>
            </a:r>
          </a:p>
        </p:txBody>
      </p:sp>
      <p:pic>
        <p:nvPicPr>
          <p:cNvPr id="4" name="Picture 3" descr="Chart, bar chart&#10;&#10;AI-generated content may be incorrect.">
            <a:extLst>
              <a:ext uri="{FF2B5EF4-FFF2-40B4-BE49-F238E27FC236}">
                <a16:creationId xmlns:a16="http://schemas.microsoft.com/office/drawing/2014/main" id="{9197A6B9-2E2E-5D36-29CD-D174817C90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9082"/>
            <a:ext cx="1511224" cy="2926080"/>
          </a:xfrm>
          <a:prstGeom prst="rect">
            <a:avLst/>
          </a:prstGeom>
        </p:spPr>
      </p:pic>
      <p:pic>
        <p:nvPicPr>
          <p:cNvPr id="3" name="Picture 2" descr="Chart, bar chart&#10;&#10;AI-generated content may be incorrect.">
            <a:extLst>
              <a:ext uri="{FF2B5EF4-FFF2-40B4-BE49-F238E27FC236}">
                <a16:creationId xmlns:a16="http://schemas.microsoft.com/office/drawing/2014/main" id="{F570A3DA-52E1-D1EB-EA85-BA6220BEE9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224" y="253252"/>
            <a:ext cx="3469306" cy="293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252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40186-04F3-AA61-BBB9-5A3BC8EBD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94FECF8E-B243-11A1-A888-562C98A02C8B}"/>
              </a:ext>
            </a:extLst>
          </p:cNvPr>
          <p:cNvSpPr txBox="1"/>
          <p:nvPr/>
        </p:nvSpPr>
        <p:spPr>
          <a:xfrm>
            <a:off x="0" y="-63993"/>
            <a:ext cx="502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India</a:t>
            </a:r>
          </a:p>
        </p:txBody>
      </p:sp>
      <p:pic>
        <p:nvPicPr>
          <p:cNvPr id="3" name="Picture 2" descr="Chart, bar chart&#10;&#10;AI-generated content may be incorrect.">
            <a:extLst>
              <a:ext uri="{FF2B5EF4-FFF2-40B4-BE49-F238E27FC236}">
                <a16:creationId xmlns:a16="http://schemas.microsoft.com/office/drawing/2014/main" id="{2B1B55CB-D4C5-37D0-7048-BE91CCD881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4320"/>
            <a:ext cx="1511224" cy="2926080"/>
          </a:xfrm>
          <a:prstGeom prst="rect">
            <a:avLst/>
          </a:prstGeom>
        </p:spPr>
      </p:pic>
      <p:pic>
        <p:nvPicPr>
          <p:cNvPr id="4" name="Picture 3" descr="Chart, bar chart&#10;&#10;AI-generated content may be incorrect.">
            <a:extLst>
              <a:ext uri="{FF2B5EF4-FFF2-40B4-BE49-F238E27FC236}">
                <a16:creationId xmlns:a16="http://schemas.microsoft.com/office/drawing/2014/main" id="{86B976E7-ED18-6534-6996-F17AC23ED2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224" y="248490"/>
            <a:ext cx="3469306" cy="293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820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F37071B-4C53-A626-249C-4B023606B5CF}"/>
              </a:ext>
            </a:extLst>
          </p:cNvPr>
          <p:cNvSpPr txBox="1"/>
          <p:nvPr/>
        </p:nvSpPr>
        <p:spPr>
          <a:xfrm>
            <a:off x="0" y="-56457"/>
            <a:ext cx="502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Maldives</a:t>
            </a:r>
          </a:p>
        </p:txBody>
      </p:sp>
      <p:pic>
        <p:nvPicPr>
          <p:cNvPr id="4" name="Picture 3" descr="Chart, bar chart&#10;&#10;AI-generated content may be incorrect.">
            <a:extLst>
              <a:ext uri="{FF2B5EF4-FFF2-40B4-BE49-F238E27FC236}">
                <a16:creationId xmlns:a16="http://schemas.microsoft.com/office/drawing/2014/main" id="{4EC313CE-DFDD-8553-D5E8-3486305300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4320"/>
            <a:ext cx="1511224" cy="2926080"/>
          </a:xfrm>
          <a:prstGeom prst="rect">
            <a:avLst/>
          </a:prstGeom>
        </p:spPr>
      </p:pic>
      <p:pic>
        <p:nvPicPr>
          <p:cNvPr id="3" name="Picture 2" descr="Chart, bar chart&#10;&#10;AI-generated content may be incorrect.">
            <a:extLst>
              <a:ext uri="{FF2B5EF4-FFF2-40B4-BE49-F238E27FC236}">
                <a16:creationId xmlns:a16="http://schemas.microsoft.com/office/drawing/2014/main" id="{88160D09-1B5A-E65E-6769-6E9609017B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224" y="244512"/>
            <a:ext cx="3469306" cy="293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327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9DDCE2D-B207-165E-8283-A479FE0812E4}"/>
              </a:ext>
            </a:extLst>
          </p:cNvPr>
          <p:cNvSpPr txBox="1"/>
          <p:nvPr/>
        </p:nvSpPr>
        <p:spPr>
          <a:xfrm>
            <a:off x="0" y="-70709"/>
            <a:ext cx="502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Nepal</a:t>
            </a:r>
          </a:p>
        </p:txBody>
      </p:sp>
      <p:pic>
        <p:nvPicPr>
          <p:cNvPr id="4" name="Picture 3" descr="Chart, bar chart&#10;&#10;AI-generated content may be incorrect.">
            <a:extLst>
              <a:ext uri="{FF2B5EF4-FFF2-40B4-BE49-F238E27FC236}">
                <a16:creationId xmlns:a16="http://schemas.microsoft.com/office/drawing/2014/main" id="{476F93BA-5D5E-5FEE-EB66-63DEC0FB46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4320"/>
            <a:ext cx="1511224" cy="2926080"/>
          </a:xfrm>
          <a:prstGeom prst="rect">
            <a:avLst/>
          </a:prstGeom>
        </p:spPr>
      </p:pic>
      <p:pic>
        <p:nvPicPr>
          <p:cNvPr id="3" name="Picture 2" descr="Chart, bar chart&#10;&#10;AI-generated content may be incorrect.">
            <a:extLst>
              <a:ext uri="{FF2B5EF4-FFF2-40B4-BE49-F238E27FC236}">
                <a16:creationId xmlns:a16="http://schemas.microsoft.com/office/drawing/2014/main" id="{5D5998F3-66EC-2FE8-C984-DE3AAF0116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224" y="245389"/>
            <a:ext cx="3469306" cy="293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579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7A920D9-3A4B-61C8-36A4-2FD5CBACC53D}"/>
              </a:ext>
            </a:extLst>
          </p:cNvPr>
          <p:cNvSpPr txBox="1"/>
          <p:nvPr/>
        </p:nvSpPr>
        <p:spPr>
          <a:xfrm>
            <a:off x="0" y="-28578"/>
            <a:ext cx="502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Pakistan</a:t>
            </a:r>
          </a:p>
        </p:txBody>
      </p:sp>
      <p:pic>
        <p:nvPicPr>
          <p:cNvPr id="4" name="Picture 3" descr="Chart, bar chart&#10;&#10;AI-generated content may be incorrect.">
            <a:extLst>
              <a:ext uri="{FF2B5EF4-FFF2-40B4-BE49-F238E27FC236}">
                <a16:creationId xmlns:a16="http://schemas.microsoft.com/office/drawing/2014/main" id="{8CAC35AD-368A-28B3-9D7A-D50EF58C75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4320"/>
            <a:ext cx="1511224" cy="2926080"/>
          </a:xfrm>
          <a:prstGeom prst="rect">
            <a:avLst/>
          </a:prstGeom>
        </p:spPr>
      </p:pic>
      <p:pic>
        <p:nvPicPr>
          <p:cNvPr id="3" name="Picture 2" descr="Chart, bar chart&#10;&#10;AI-generated content may be incorrect.">
            <a:extLst>
              <a:ext uri="{FF2B5EF4-FFF2-40B4-BE49-F238E27FC236}">
                <a16:creationId xmlns:a16="http://schemas.microsoft.com/office/drawing/2014/main" id="{C4A750DD-556B-25C2-5D9C-482EED23FF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224" y="250554"/>
            <a:ext cx="3469306" cy="293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833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F2AEEC9-D1E6-6DDF-2F5F-F0570C412FF9}"/>
              </a:ext>
            </a:extLst>
          </p:cNvPr>
          <p:cNvSpPr txBox="1"/>
          <p:nvPr/>
        </p:nvSpPr>
        <p:spPr>
          <a:xfrm>
            <a:off x="0" y="-67673"/>
            <a:ext cx="502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Sri Lanka</a:t>
            </a:r>
          </a:p>
        </p:txBody>
      </p:sp>
      <p:pic>
        <p:nvPicPr>
          <p:cNvPr id="4" name="Picture 3" descr="Chart, bar chart&#10;&#10;AI-generated content may be incorrect.">
            <a:extLst>
              <a:ext uri="{FF2B5EF4-FFF2-40B4-BE49-F238E27FC236}">
                <a16:creationId xmlns:a16="http://schemas.microsoft.com/office/drawing/2014/main" id="{01DE92C8-D424-9D01-145A-97E8C9FAC5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4320"/>
            <a:ext cx="1511224" cy="2926080"/>
          </a:xfrm>
          <a:prstGeom prst="rect">
            <a:avLst/>
          </a:prstGeom>
        </p:spPr>
      </p:pic>
      <p:pic>
        <p:nvPicPr>
          <p:cNvPr id="3" name="Picture 2" descr="Chart, bar chart&#10;&#10;AI-generated content may be incorrect.">
            <a:extLst>
              <a:ext uri="{FF2B5EF4-FFF2-40B4-BE49-F238E27FC236}">
                <a16:creationId xmlns:a16="http://schemas.microsoft.com/office/drawing/2014/main" id="{419C8DEC-C585-C121-558F-F45C91B0AD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224" y="250555"/>
            <a:ext cx="3469306" cy="293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163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</TotalTime>
  <Words>10</Words>
  <Application>Microsoft Office PowerPoint</Application>
  <PresentationFormat>Custom</PresentationFormat>
  <Paragraphs>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Gaur, Ankita Singh</dc:creator>
  <cp:lastModifiedBy>Gaur, Ankita Singh</cp:lastModifiedBy>
  <cp:revision>25</cp:revision>
  <dcterms:created xsi:type="dcterms:W3CDTF">2025-08-20T03:23:47Z</dcterms:created>
  <dcterms:modified xsi:type="dcterms:W3CDTF">2025-08-24T02:33:31Z</dcterms:modified>
</cp:coreProperties>
</file>