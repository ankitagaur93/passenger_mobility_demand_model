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7A5F"/>
    <a:srgbClr val="76C893"/>
    <a:srgbClr val="FFB703"/>
    <a:srgbClr val="778DA9"/>
    <a:srgbClr val="023047"/>
    <a:srgbClr val="219E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016798190762955"/>
          <c:y val="4.3205616044405933E-2"/>
          <c:w val="0.61165546061031251"/>
          <c:h val="0.75431714576347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Sheet1!$M$29</c:f>
              <c:strCache>
                <c:ptCount val="1"/>
                <c:pt idx="0">
                  <c:v>Bus</c:v>
                </c:pt>
              </c:strCache>
            </c:strRef>
          </c:tx>
          <c:spPr>
            <a:solidFill>
              <a:srgbClr val="219EB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Sheet1!$N$29:$R$29</c:f>
              <c:numCache>
                <c:formatCode>General</c:formatCode>
                <c:ptCount val="5"/>
                <c:pt idx="0" formatCode="0%">
                  <c:v>0.17139567800996852</c:v>
                </c:pt>
                <c:pt idx="2" formatCode="0%">
                  <c:v>0.18957710261978428</c:v>
                </c:pt>
                <c:pt idx="3" formatCode="0%">
                  <c:v>0.18049477249961002</c:v>
                </c:pt>
                <c:pt idx="4" formatCode="0%">
                  <c:v>0.23671640980715339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02-4CCB-84DD-680E6EE78CDB}"/>
            </c:ext>
          </c:extLst>
        </c:ser>
        <c:ser>
          <c:idx val="1"/>
          <c:order val="1"/>
          <c:tx>
            <c:strRef>
              <c:f>Sheet1!$M$30</c:f>
              <c:strCache>
                <c:ptCount val="1"/>
                <c:pt idx="0">
                  <c:v>IPT</c:v>
                </c:pt>
              </c:strCache>
            </c:strRef>
          </c:tx>
          <c:spPr>
            <a:solidFill>
              <a:srgbClr val="023047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Sheet1!$N$30:$R$30</c:f>
              <c:numCache>
                <c:formatCode>General</c:formatCode>
                <c:ptCount val="5"/>
                <c:pt idx="0" formatCode="0%">
                  <c:v>4.9426408546850674E-2</c:v>
                </c:pt>
                <c:pt idx="2" formatCode="0%">
                  <c:v>4.3490061482077298E-2</c:v>
                </c:pt>
                <c:pt idx="3" formatCode="0%">
                  <c:v>4.2869662162643603E-2</c:v>
                </c:pt>
                <c:pt idx="4" formatCode="0%">
                  <c:v>4.2512851841419605E-2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02-4CCB-84DD-680E6EE78CDB}"/>
            </c:ext>
          </c:extLst>
        </c:ser>
        <c:ser>
          <c:idx val="2"/>
          <c:order val="2"/>
          <c:tx>
            <c:strRef>
              <c:f>Sheet1!$M$31</c:f>
              <c:strCache>
                <c:ptCount val="1"/>
                <c:pt idx="0">
                  <c:v>LDV</c:v>
                </c:pt>
              </c:strCache>
            </c:strRef>
          </c:tx>
          <c:spPr>
            <a:solidFill>
              <a:srgbClr val="778DA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Sheet1!$N$31:$R$31</c:f>
              <c:numCache>
                <c:formatCode>General</c:formatCode>
                <c:ptCount val="5"/>
                <c:pt idx="0" formatCode="0%">
                  <c:v>4.0858951798391087E-2</c:v>
                </c:pt>
                <c:pt idx="2" formatCode="0%">
                  <c:v>6.2424836505157587E-2</c:v>
                </c:pt>
                <c:pt idx="3" formatCode="0%">
                  <c:v>7.3348407080630326E-2</c:v>
                </c:pt>
                <c:pt idx="4" formatCode="0%">
                  <c:v>5.5887683340496805E-2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02-4CCB-84DD-680E6EE78CDB}"/>
            </c:ext>
          </c:extLst>
        </c:ser>
        <c:ser>
          <c:idx val="3"/>
          <c:order val="3"/>
          <c:tx>
            <c:strRef>
              <c:f>Sheet1!$M$32</c:f>
              <c:strCache>
                <c:ptCount val="1"/>
                <c:pt idx="0">
                  <c:v>NMT</c:v>
                </c:pt>
              </c:strCache>
            </c:strRef>
          </c:tx>
          <c:spPr>
            <a:solidFill>
              <a:srgbClr val="FFB70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Sheet1!$N$32:$R$32</c:f>
              <c:numCache>
                <c:formatCode>General</c:formatCode>
                <c:ptCount val="5"/>
                <c:pt idx="0" formatCode="0%">
                  <c:v>0.52907517670309001</c:v>
                </c:pt>
                <c:pt idx="2" formatCode="0%">
                  <c:v>0.40353912115754081</c:v>
                </c:pt>
                <c:pt idx="3" formatCode="0%">
                  <c:v>0.39776360535010513</c:v>
                </c:pt>
                <c:pt idx="4" formatCode="0%">
                  <c:v>0.39443438124429697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B02-4CCB-84DD-680E6EE78CDB}"/>
            </c:ext>
          </c:extLst>
        </c:ser>
        <c:ser>
          <c:idx val="4"/>
          <c:order val="4"/>
          <c:tx>
            <c:strRef>
              <c:f>Sheet1!$M$33</c:f>
              <c:strCache>
                <c:ptCount val="1"/>
                <c:pt idx="0">
                  <c:v>Rail</c:v>
                </c:pt>
              </c:strCache>
            </c:strRef>
          </c:tx>
          <c:spPr>
            <a:solidFill>
              <a:srgbClr val="E07A5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Sheet1!$N$33:$R$33</c:f>
              <c:numCache>
                <c:formatCode>General</c:formatCode>
                <c:ptCount val="5"/>
                <c:pt idx="0" formatCode="0%">
                  <c:v>1.6102066619194177E-2</c:v>
                </c:pt>
                <c:pt idx="2" formatCode="0%">
                  <c:v>1.9786726737317153E-2</c:v>
                </c:pt>
                <c:pt idx="3" formatCode="0%">
                  <c:v>1.8804216700578559E-2</c:v>
                </c:pt>
                <c:pt idx="4" formatCode="0%">
                  <c:v>2.4796326433316383E-2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02-4CCB-84DD-680E6EE78CDB}"/>
            </c:ext>
          </c:extLst>
        </c:ser>
        <c:ser>
          <c:idx val="5"/>
          <c:order val="5"/>
          <c:tx>
            <c:strRef>
              <c:f>Sheet1!$M$34</c:f>
              <c:strCache>
                <c:ptCount val="1"/>
                <c:pt idx="0">
                  <c:v>2-Wheeler</c:v>
                </c:pt>
              </c:strCache>
            </c:strRef>
          </c:tx>
          <c:spPr>
            <a:solidFill>
              <a:srgbClr val="76C89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Sheet1!$N$34:$R$34</c:f>
              <c:numCache>
                <c:formatCode>General</c:formatCode>
                <c:ptCount val="5"/>
                <c:pt idx="0" formatCode="0%">
                  <c:v>0.19314171832250546</c:v>
                </c:pt>
                <c:pt idx="2" formatCode="0%">
                  <c:v>0.28118215149812287</c:v>
                </c:pt>
                <c:pt idx="3" formatCode="0%">
                  <c:v>0.2867193362064322</c:v>
                </c:pt>
                <c:pt idx="4" formatCode="0%">
                  <c:v>0.24565234733331687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02-4CCB-84DD-680E6EE78CD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20539680"/>
        <c:axId val="1420546880"/>
      </c:barChart>
      <c:catAx>
        <c:axId val="1420539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46880"/>
        <c:crosses val="autoZero"/>
        <c:auto val="1"/>
        <c:lblAlgn val="ctr"/>
        <c:lblOffset val="100"/>
        <c:noMultiLvlLbl val="0"/>
      </c:catAx>
      <c:valAx>
        <c:axId val="142054688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Share of modes in short journeys</a:t>
                </a:r>
              </a:p>
            </c:rich>
          </c:tx>
          <c:layout>
            <c:manualLayout>
              <c:xMode val="edge"/>
              <c:yMode val="edge"/>
              <c:x val="3.1831121377224519E-2"/>
              <c:y val="0.113595654709827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39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016798190762955"/>
          <c:y val="4.3205616044405933E-2"/>
          <c:w val="0.61165546061031251"/>
          <c:h val="0.75431714576347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Sheet1!$M$29</c:f>
              <c:strCache>
                <c:ptCount val="1"/>
                <c:pt idx="0">
                  <c:v>Bus</c:v>
                </c:pt>
              </c:strCache>
            </c:strRef>
          </c:tx>
          <c:spPr>
            <a:solidFill>
              <a:srgbClr val="219EB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Sheet1!$N$29:$R$29</c:f>
              <c:numCache>
                <c:formatCode>General</c:formatCode>
                <c:ptCount val="5"/>
                <c:pt idx="0" formatCode="0%">
                  <c:v>0.37082318586531426</c:v>
                </c:pt>
                <c:pt idx="2" formatCode="0%">
                  <c:v>0.34874871879324465</c:v>
                </c:pt>
                <c:pt idx="3" formatCode="0%">
                  <c:v>0.33099916245647343</c:v>
                </c:pt>
                <c:pt idx="4" formatCode="0%">
                  <c:v>0.41182373667164812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02-4CCB-84DD-680E6EE78CDB}"/>
            </c:ext>
          </c:extLst>
        </c:ser>
        <c:ser>
          <c:idx val="1"/>
          <c:order val="1"/>
          <c:tx>
            <c:strRef>
              <c:f>Sheet1!$M$30</c:f>
              <c:strCache>
                <c:ptCount val="1"/>
                <c:pt idx="0">
                  <c:v>IPT</c:v>
                </c:pt>
              </c:strCache>
            </c:strRef>
          </c:tx>
          <c:spPr>
            <a:solidFill>
              <a:srgbClr val="023047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Sheet1!$N$30:$R$30</c:f>
              <c:numCache>
                <c:formatCode>General</c:formatCode>
                <c:ptCount val="5"/>
                <c:pt idx="0" formatCode="0%">
                  <c:v>5.5074054823857459E-2</c:v>
                </c:pt>
                <c:pt idx="2" formatCode="0%">
                  <c:v>4.1773715033349833E-2</c:v>
                </c:pt>
                <c:pt idx="3" formatCode="0%">
                  <c:v>4.1044310224865495E-2</c:v>
                </c:pt>
                <c:pt idx="4" formatCode="0%">
                  <c:v>3.8633965904960856E-2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02-4CCB-84DD-680E6EE78CDB}"/>
            </c:ext>
          </c:extLst>
        </c:ser>
        <c:ser>
          <c:idx val="2"/>
          <c:order val="2"/>
          <c:tx>
            <c:strRef>
              <c:f>Sheet1!$M$31</c:f>
              <c:strCache>
                <c:ptCount val="1"/>
                <c:pt idx="0">
                  <c:v>LDV</c:v>
                </c:pt>
              </c:strCache>
            </c:strRef>
          </c:tx>
          <c:spPr>
            <a:solidFill>
              <a:srgbClr val="778DA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Sheet1!$N$31:$R$31</c:f>
              <c:numCache>
                <c:formatCode>General</c:formatCode>
                <c:ptCount val="5"/>
                <c:pt idx="0" formatCode="0%">
                  <c:v>8.1322452327088679E-2</c:v>
                </c:pt>
                <c:pt idx="2" formatCode="0%">
                  <c:v>0.12256155547111078</c:v>
                </c:pt>
                <c:pt idx="3" formatCode="0%">
                  <c:v>0.14350188006753561</c:v>
                </c:pt>
                <c:pt idx="4" formatCode="0%">
                  <c:v>0.10383515946544389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02-4CCB-84DD-680E6EE78CDB}"/>
            </c:ext>
          </c:extLst>
        </c:ser>
        <c:ser>
          <c:idx val="3"/>
          <c:order val="3"/>
          <c:tx>
            <c:strRef>
              <c:f>Sheet1!$M$32</c:f>
              <c:strCache>
                <c:ptCount val="1"/>
                <c:pt idx="0">
                  <c:v>NMT</c:v>
                </c:pt>
              </c:strCache>
            </c:strRef>
          </c:tx>
          <c:spPr>
            <a:solidFill>
              <a:srgbClr val="FFB70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Sheet1!$N$32:$R$32</c:f>
              <c:numCache>
                <c:formatCode>General</c:formatCode>
                <c:ptCount val="5"/>
                <c:pt idx="0" formatCode="0%">
                  <c:v>0.21355284316069115</c:v>
                </c:pt>
                <c:pt idx="2" formatCode="0%">
                  <c:v>0.13588648154673347</c:v>
                </c:pt>
                <c:pt idx="3" formatCode="0%">
                  <c:v>0.13350233882321946</c:v>
                </c:pt>
                <c:pt idx="4" formatCode="0%">
                  <c:v>0.12565280551559277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B02-4CCB-84DD-680E6EE78CDB}"/>
            </c:ext>
          </c:extLst>
        </c:ser>
        <c:ser>
          <c:idx val="4"/>
          <c:order val="4"/>
          <c:tx>
            <c:strRef>
              <c:f>Sheet1!$M$33</c:f>
              <c:strCache>
                <c:ptCount val="1"/>
                <c:pt idx="0">
                  <c:v>Rail</c:v>
                </c:pt>
              </c:strCache>
            </c:strRef>
          </c:tx>
          <c:spPr>
            <a:solidFill>
              <a:srgbClr val="E07A5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Sheet1!$N$33:$R$33</c:f>
              <c:numCache>
                <c:formatCode>General</c:formatCode>
                <c:ptCount val="5"/>
                <c:pt idx="0" formatCode="0%">
                  <c:v>7.2087601617581196E-2</c:v>
                </c:pt>
                <c:pt idx="2" formatCode="0%">
                  <c:v>8.3876765206717774E-2</c:v>
                </c:pt>
                <c:pt idx="3" formatCode="0%">
                  <c:v>7.9435501522898064E-2</c:v>
                </c:pt>
                <c:pt idx="4" formatCode="0%">
                  <c:v>9.9470749593445401E-2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02-4CCB-84DD-680E6EE78CDB}"/>
            </c:ext>
          </c:extLst>
        </c:ser>
        <c:ser>
          <c:idx val="5"/>
          <c:order val="5"/>
          <c:tx>
            <c:strRef>
              <c:f>Sheet1!$M$34</c:f>
              <c:strCache>
                <c:ptCount val="1"/>
                <c:pt idx="0">
                  <c:v>2-Wheeler</c:v>
                </c:pt>
              </c:strCache>
            </c:strRef>
          </c:tx>
          <c:spPr>
            <a:solidFill>
              <a:srgbClr val="76C89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Sheet1!$N$34:$R$34</c:f>
              <c:numCache>
                <c:formatCode>General</c:formatCode>
                <c:ptCount val="5"/>
                <c:pt idx="0" formatCode="0%">
                  <c:v>0.20713986220546718</c:v>
                </c:pt>
                <c:pt idx="2" formatCode="0%">
                  <c:v>0.26715276394884335</c:v>
                </c:pt>
                <c:pt idx="3" formatCode="0%">
                  <c:v>0.2715168069050079</c:v>
                </c:pt>
                <c:pt idx="4" formatCode="0%">
                  <c:v>0.220583582848909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02-4CCB-84DD-680E6EE78CD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20539680"/>
        <c:axId val="1420546880"/>
      </c:barChart>
      <c:catAx>
        <c:axId val="1420539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46880"/>
        <c:crosses val="autoZero"/>
        <c:auto val="1"/>
        <c:lblAlgn val="ctr"/>
        <c:lblOffset val="100"/>
        <c:noMultiLvlLbl val="0"/>
      </c:catAx>
      <c:valAx>
        <c:axId val="142054688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Share of modes in medium journeys</a:t>
                </a:r>
              </a:p>
            </c:rich>
          </c:tx>
          <c:layout>
            <c:manualLayout>
              <c:xMode val="edge"/>
              <c:yMode val="edge"/>
              <c:x val="3.3914454881434949E-2"/>
              <c:y val="0.104336395450568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39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24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016798190762955"/>
          <c:y val="4.3205616044405933E-2"/>
          <c:w val="0.61165546061031251"/>
          <c:h val="0.75431714576347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Sheet1!$M$29</c:f>
              <c:strCache>
                <c:ptCount val="1"/>
                <c:pt idx="0">
                  <c:v>Bus</c:v>
                </c:pt>
              </c:strCache>
            </c:strRef>
          </c:tx>
          <c:spPr>
            <a:solidFill>
              <a:srgbClr val="219EB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Sheet1!$N$29:$R$29</c:f>
              <c:numCache>
                <c:formatCode>General</c:formatCode>
                <c:ptCount val="5"/>
                <c:pt idx="0" formatCode="0%">
                  <c:v>0.54329373005604764</c:v>
                </c:pt>
                <c:pt idx="2" formatCode="0%">
                  <c:v>0.48849980407689819</c:v>
                </c:pt>
                <c:pt idx="3" formatCode="0%">
                  <c:v>0.47319894903239607</c:v>
                </c:pt>
                <c:pt idx="4" formatCode="0%">
                  <c:v>0.52663207690475278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02-4CCB-84DD-680E6EE78CDB}"/>
            </c:ext>
          </c:extLst>
        </c:ser>
        <c:ser>
          <c:idx val="1"/>
          <c:order val="1"/>
          <c:tx>
            <c:strRef>
              <c:f>Sheet1!$M$30</c:f>
              <c:strCache>
                <c:ptCount val="1"/>
                <c:pt idx="0">
                  <c:v>IPT</c:v>
                </c:pt>
              </c:strCache>
            </c:strRef>
          </c:tx>
          <c:spPr>
            <a:solidFill>
              <a:srgbClr val="023047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Sheet1!$N$30:$R$30</c:f>
              <c:numCache>
                <c:formatCode>General</c:formatCode>
                <c:ptCount val="5"/>
                <c:pt idx="0" formatCode="0%">
                  <c:v>3.9495991315125552E-2</c:v>
                </c:pt>
                <c:pt idx="2" formatCode="0%">
                  <c:v>3.7076293010994472E-2</c:v>
                </c:pt>
                <c:pt idx="3" formatCode="0%">
                  <c:v>3.7182539299487442E-2</c:v>
                </c:pt>
                <c:pt idx="4" formatCode="0%">
                  <c:v>3.1301706978793115E-2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02-4CCB-84DD-680E6EE78CDB}"/>
            </c:ext>
          </c:extLst>
        </c:ser>
        <c:ser>
          <c:idx val="2"/>
          <c:order val="2"/>
          <c:tx>
            <c:strRef>
              <c:f>Sheet1!$M$31</c:f>
              <c:strCache>
                <c:ptCount val="1"/>
                <c:pt idx="0">
                  <c:v>LDV</c:v>
                </c:pt>
              </c:strCache>
            </c:strRef>
          </c:tx>
          <c:spPr>
            <a:solidFill>
              <a:srgbClr val="778DA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Sheet1!$N$31:$R$31</c:f>
              <c:numCache>
                <c:formatCode>General</c:formatCode>
                <c:ptCount val="5"/>
                <c:pt idx="0" formatCode="0%">
                  <c:v>6.6714928979294402E-2</c:v>
                </c:pt>
                <c:pt idx="2" formatCode="0%">
                  <c:v>9.59941693077071E-2</c:v>
                </c:pt>
                <c:pt idx="3" formatCode="0%">
                  <c:v>0.11478038189853611</c:v>
                </c:pt>
                <c:pt idx="4" formatCode="0%">
                  <c:v>7.4187549171548642E-2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02-4CCB-84DD-680E6EE78CDB}"/>
            </c:ext>
          </c:extLst>
        </c:ser>
        <c:ser>
          <c:idx val="3"/>
          <c:order val="3"/>
          <c:tx>
            <c:strRef>
              <c:f>Sheet1!$M$32</c:f>
              <c:strCache>
                <c:ptCount val="1"/>
                <c:pt idx="0">
                  <c:v>Rail</c:v>
                </c:pt>
              </c:strCache>
            </c:strRef>
          </c:tx>
          <c:spPr>
            <a:solidFill>
              <a:srgbClr val="E07A5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Sheet1!$N$32:$R$32</c:f>
              <c:numCache>
                <c:formatCode>General</c:formatCode>
                <c:ptCount val="5"/>
                <c:pt idx="0" formatCode="0%">
                  <c:v>0.25097260099472884</c:v>
                </c:pt>
                <c:pt idx="2" formatCode="0%">
                  <c:v>0.25142022482512638</c:v>
                </c:pt>
                <c:pt idx="3" formatCode="0%">
                  <c:v>0.24308259099599905</c:v>
                </c:pt>
                <c:pt idx="4" formatCode="0%">
                  <c:v>0.27208304237139241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B02-4CCB-84DD-680E6EE78CDB}"/>
            </c:ext>
          </c:extLst>
        </c:ser>
        <c:ser>
          <c:idx val="4"/>
          <c:order val="4"/>
          <c:tx>
            <c:strRef>
              <c:f>Sheet1!$M$33</c:f>
              <c:strCache>
                <c:ptCount val="1"/>
                <c:pt idx="0">
                  <c:v>2-Wheeler</c:v>
                </c:pt>
              </c:strCache>
            </c:strRef>
          </c:tx>
          <c:spPr>
            <a:solidFill>
              <a:srgbClr val="76C89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Sheet1!$N$33:$R$33</c:f>
              <c:numCache>
                <c:formatCode>General</c:formatCode>
                <c:ptCount val="5"/>
                <c:pt idx="0" formatCode="0%">
                  <c:v>9.9522748654803733E-2</c:v>
                </c:pt>
                <c:pt idx="2" formatCode="0%">
                  <c:v>0.12700950877927375</c:v>
                </c:pt>
                <c:pt idx="3" formatCode="0%">
                  <c:v>0.13175553877358129</c:v>
                </c:pt>
                <c:pt idx="4" formatCode="0%">
                  <c:v>9.5795624573512927E-2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02-4CCB-84DD-680E6EE78CDB}"/>
            </c:ext>
          </c:extLst>
        </c:ser>
        <c:ser>
          <c:idx val="5"/>
          <c:order val="5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Sheet1!$N$28:$R$28</c:f>
              <c:strCache>
                <c:ptCount val="5"/>
                <c:pt idx="0">
                  <c:v>2011</c:v>
                </c:pt>
                <c:pt idx="2">
                  <c:v>BaU</c:v>
                </c:pt>
                <c:pt idx="3">
                  <c:v>COF</c:v>
                </c:pt>
                <c:pt idx="4">
                  <c:v>SF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02-4CCB-84DD-680E6EE78CD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20539680"/>
        <c:axId val="1420546880"/>
      </c:barChart>
      <c:catAx>
        <c:axId val="1420539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46880"/>
        <c:crosses val="autoZero"/>
        <c:auto val="1"/>
        <c:lblAlgn val="ctr"/>
        <c:lblOffset val="100"/>
        <c:noMultiLvlLbl val="0"/>
      </c:catAx>
      <c:valAx>
        <c:axId val="142054688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Share of modes in long journeys</a:t>
                </a:r>
              </a:p>
            </c:rich>
          </c:tx>
          <c:layout>
            <c:manualLayout>
              <c:xMode val="edge"/>
              <c:yMode val="edge"/>
              <c:x val="2.7664454368803677E-2"/>
              <c:y val="0.135817876932050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39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0.47344</cdr:x>
      <cdr:y>0.87222</cdr:y>
    </cdr:from>
    <cdr:to>
      <cdr:x>0.72813</cdr:x>
      <cdr:y>0.89986</cdr:y>
    </cdr:to>
    <cdr:sp macro="" textlink="">
      <cdr:nvSpPr>
        <cdr:cNvPr id="2" name="Left Bracket 1">
          <a:extLst xmlns:a="http://schemas.openxmlformats.org/drawingml/2006/main">
            <a:ext uri="{FF2B5EF4-FFF2-40B4-BE49-F238E27FC236}">
              <a16:creationId xmlns:a16="http://schemas.microsoft.com/office/drawing/2014/main" id="{6BA88BDE-0705-A164-E3FD-46740C09A71D}"/>
            </a:ext>
          </a:extLst>
        </cdr:cNvPr>
        <cdr:cNvSpPr/>
      </cdr:nvSpPr>
      <cdr:spPr>
        <a:xfrm xmlns:a="http://schemas.openxmlformats.org/drawingml/2006/main" rot="16200000">
          <a:off x="7229999" y="4523880"/>
          <a:ext cx="189541" cy="3105180"/>
        </a:xfrm>
        <a:prstGeom xmlns:a="http://schemas.openxmlformats.org/drawingml/2006/main" prst="leftBracket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  <cdr:relSizeAnchor xmlns:cdr="http://schemas.openxmlformats.org/drawingml/2006/chartDrawing">
    <cdr:from>
      <cdr:x>0.60078</cdr:x>
      <cdr:y>0.89986</cdr:y>
    </cdr:from>
    <cdr:to>
      <cdr:x>0.60078</cdr:x>
      <cdr:y>0.92639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74FB7333-51A7-AAD6-8DCE-291FBE793890}"/>
            </a:ext>
          </a:extLst>
        </cdr:cNvPr>
        <cdr:cNvCxnSpPr>
          <a:stCxn xmlns:a="http://schemas.openxmlformats.org/drawingml/2006/main" id="2" idx="1"/>
        </cdr:cNvCxnSpPr>
      </cdr:nvCxnSpPr>
      <cdr:spPr>
        <a:xfrm xmlns:a="http://schemas.openxmlformats.org/drawingml/2006/main" flipH="1">
          <a:off x="7324709" y="6171241"/>
          <a:ext cx="61" cy="181942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0.52813</cdr:x>
      <cdr:y>0.92917</cdr:y>
    </cdr:from>
    <cdr:to>
      <cdr:x>0.67422</cdr:x>
      <cdr:y>0.98611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F15ABB75-441D-8EAA-FC5E-BB23432DB053}"/>
            </a:ext>
          </a:extLst>
        </cdr:cNvPr>
        <cdr:cNvSpPr txBox="1"/>
      </cdr:nvSpPr>
      <cdr:spPr>
        <a:xfrm xmlns:a="http://schemas.openxmlformats.org/drawingml/2006/main">
          <a:off x="6438900" y="6372224"/>
          <a:ext cx="1781175" cy="3905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2400" b="1" kern="1200" dirty="0"/>
            <a:t>2050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0.47344</cdr:x>
      <cdr:y>0.87083</cdr:y>
    </cdr:from>
    <cdr:to>
      <cdr:x>0.72813</cdr:x>
      <cdr:y>0.89986</cdr:y>
    </cdr:to>
    <cdr:sp macro="" textlink="">
      <cdr:nvSpPr>
        <cdr:cNvPr id="2" name="Left Bracket 1">
          <a:extLst xmlns:a="http://schemas.openxmlformats.org/drawingml/2006/main">
            <a:ext uri="{FF2B5EF4-FFF2-40B4-BE49-F238E27FC236}">
              <a16:creationId xmlns:a16="http://schemas.microsoft.com/office/drawing/2014/main" id="{6BA88BDE-0705-A164-E3FD-46740C09A71D}"/>
            </a:ext>
          </a:extLst>
        </cdr:cNvPr>
        <cdr:cNvSpPr/>
      </cdr:nvSpPr>
      <cdr:spPr>
        <a:xfrm xmlns:a="http://schemas.openxmlformats.org/drawingml/2006/main" rot="16200000">
          <a:off x="7225237" y="4519117"/>
          <a:ext cx="199066" cy="3105180"/>
        </a:xfrm>
        <a:prstGeom xmlns:a="http://schemas.openxmlformats.org/drawingml/2006/main" prst="leftBracket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  <cdr:relSizeAnchor xmlns:cdr="http://schemas.openxmlformats.org/drawingml/2006/chartDrawing">
    <cdr:from>
      <cdr:x>0.60078</cdr:x>
      <cdr:y>0.89986</cdr:y>
    </cdr:from>
    <cdr:to>
      <cdr:x>0.60078</cdr:x>
      <cdr:y>0.92639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74FB7333-51A7-AAD6-8DCE-291FBE793890}"/>
            </a:ext>
          </a:extLst>
        </cdr:cNvPr>
        <cdr:cNvCxnSpPr>
          <a:stCxn xmlns:a="http://schemas.openxmlformats.org/drawingml/2006/main" id="2" idx="1"/>
        </cdr:cNvCxnSpPr>
      </cdr:nvCxnSpPr>
      <cdr:spPr>
        <a:xfrm xmlns:a="http://schemas.openxmlformats.org/drawingml/2006/main" flipH="1">
          <a:off x="7324709" y="6171240"/>
          <a:ext cx="61" cy="181943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0.52813</cdr:x>
      <cdr:y>0.92917</cdr:y>
    </cdr:from>
    <cdr:to>
      <cdr:x>0.67422</cdr:x>
      <cdr:y>0.98611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F15ABB75-441D-8EAA-FC5E-BB23432DB053}"/>
            </a:ext>
          </a:extLst>
        </cdr:cNvPr>
        <cdr:cNvSpPr txBox="1"/>
      </cdr:nvSpPr>
      <cdr:spPr>
        <a:xfrm xmlns:a="http://schemas.openxmlformats.org/drawingml/2006/main">
          <a:off x="6438900" y="6372224"/>
          <a:ext cx="1781175" cy="3905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2400" b="1" kern="1200" dirty="0"/>
            <a:t>2050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0.47344</cdr:x>
      <cdr:y>0.87222</cdr:y>
    </cdr:from>
    <cdr:to>
      <cdr:x>0.72813</cdr:x>
      <cdr:y>0.89986</cdr:y>
    </cdr:to>
    <cdr:sp macro="" textlink="">
      <cdr:nvSpPr>
        <cdr:cNvPr id="2" name="Left Bracket 1">
          <a:extLst xmlns:a="http://schemas.openxmlformats.org/drawingml/2006/main">
            <a:ext uri="{FF2B5EF4-FFF2-40B4-BE49-F238E27FC236}">
              <a16:creationId xmlns:a16="http://schemas.microsoft.com/office/drawing/2014/main" id="{6BA88BDE-0705-A164-E3FD-46740C09A71D}"/>
            </a:ext>
          </a:extLst>
        </cdr:cNvPr>
        <cdr:cNvSpPr/>
      </cdr:nvSpPr>
      <cdr:spPr>
        <a:xfrm xmlns:a="http://schemas.openxmlformats.org/drawingml/2006/main" rot="16200000">
          <a:off x="7229999" y="4523880"/>
          <a:ext cx="189541" cy="3105180"/>
        </a:xfrm>
        <a:prstGeom xmlns:a="http://schemas.openxmlformats.org/drawingml/2006/main" prst="leftBracket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  <cdr:relSizeAnchor xmlns:cdr="http://schemas.openxmlformats.org/drawingml/2006/chartDrawing">
    <cdr:from>
      <cdr:x>0.60078</cdr:x>
      <cdr:y>0.89986</cdr:y>
    </cdr:from>
    <cdr:to>
      <cdr:x>0.60078</cdr:x>
      <cdr:y>0.92639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74FB7333-51A7-AAD6-8DCE-291FBE793890}"/>
            </a:ext>
          </a:extLst>
        </cdr:cNvPr>
        <cdr:cNvCxnSpPr>
          <a:stCxn xmlns:a="http://schemas.openxmlformats.org/drawingml/2006/main" id="2" idx="1"/>
        </cdr:cNvCxnSpPr>
      </cdr:nvCxnSpPr>
      <cdr:spPr>
        <a:xfrm xmlns:a="http://schemas.openxmlformats.org/drawingml/2006/main" flipH="1">
          <a:off x="7324709" y="6171241"/>
          <a:ext cx="61" cy="181942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0.52813</cdr:x>
      <cdr:y>0.92917</cdr:y>
    </cdr:from>
    <cdr:to>
      <cdr:x>0.67422</cdr:x>
      <cdr:y>0.98611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F15ABB75-441D-8EAA-FC5E-BB23432DB053}"/>
            </a:ext>
          </a:extLst>
        </cdr:cNvPr>
        <cdr:cNvSpPr txBox="1"/>
      </cdr:nvSpPr>
      <cdr:spPr>
        <a:xfrm xmlns:a="http://schemas.openxmlformats.org/drawingml/2006/main">
          <a:off x="6438900" y="6372224"/>
          <a:ext cx="1781175" cy="3905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2400" b="1" kern="1200" dirty="0"/>
            <a:t>2050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F9436-7553-47A3-9025-6041DDF9D39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A23F78-41C8-404F-87AC-C7FD28AF5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2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23F78-41C8-404F-87AC-C7FD28AF56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14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EFBE-9BC8-F587-AB96-59F2A1647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0E6B7-B9BB-4029-8A82-2F7094CD1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F68E4-D2CB-E2EE-ECA9-A3082107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E84C-924F-DBC7-3ACF-A6EB2882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A142-C743-9C36-4116-AA271186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8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A03B-5FD4-55EB-BF88-B7A462D1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86DD-085A-B961-3302-D1B8B9292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513F4-0FE0-E2C0-ADBE-6B20329D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34F4F-23EB-702B-1C29-F91C4918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91221-6596-85DB-1AB4-4FF649DD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2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2668-8453-30D8-F74E-2A32A87A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400F8-4685-33A8-F70F-8769696A6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26015-FB0D-F858-2490-7DF14820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A5C19-D7BA-0DCC-601F-7541CC7E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76A3E-9D5E-3D72-A6FF-A6AFC1A5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0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E111-8996-4F11-8CB7-41D34352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BDFBD-CA76-BEB7-64DD-0D9C8A84E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C56D9-D554-49AA-C5A1-0479929D9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A6355-D4C5-D0D4-00EF-42FF1DBF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5A7B9-D452-3495-4E1C-7315159B9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7E6DF-2BB3-CF12-F382-6ECF2565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851F-C584-52EA-FF21-064BC6C8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8B96A-E7B5-50C6-82B4-D98B039E6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1AAE7-ED71-22E6-A14C-EFB32A1F5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09D63-4095-8144-894E-38431A6D6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B7370-A5AC-6660-A29C-33F940D53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18893-C6A9-ED26-132C-16AF2E37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8853F-B708-2097-C6CA-9526B170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DEBFF-BD4D-55EB-8FEC-5EF34410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C494-AE7D-6B03-5F0E-DCF53B2F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5E38E-02C8-0FDF-029D-DCEA14F7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21DB7-9675-BFD4-8380-7D6448C5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AC19C-D55D-EE32-34C7-D90F6B99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1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55C46-6F1C-471C-D444-D58E597B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A7A89-2A66-2F4B-3C05-10563732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F94D8-CD45-E974-6900-31ECA2DBA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7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7E32-1392-5C8C-6F9D-E8428274B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91E02-AC92-C9FE-84C2-480DDD6BF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19BF8-227A-F5DC-0CBC-A08AF4556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CAFCD-EAF9-AA07-23F5-DA817CCF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0B572-9218-E8D4-29BC-A9E731E6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BED5F-AA3F-9BA8-8E8C-DD956020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0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CC3C-8825-C34A-1E22-AE400C37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D4F72-65F3-112B-C2D1-ECE332F6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0536D-414A-0175-C92A-D2765E4A0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363E1-725B-020D-C1CE-0050DCFC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0793B-0426-E3CB-EEB6-943362BA1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2D41F-92F9-EF56-EAC8-45D1859A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96C6-7CA4-91E1-4CCD-18F1E28C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CFD16-09DE-D35F-9B91-AF3D19025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4997C-79DC-6BC4-750C-70405547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BA50C-DFFF-7C04-095F-4BFE8C59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C7DC6-45B6-D78B-A2C9-F1E63624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3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E64022-E7D7-BC67-DD52-8F92E702E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B87CE-FA55-A2B9-F0E8-B0095C20D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D99E8-2A57-4B97-20E2-7BFB076E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09510-B6DA-8428-2347-8977660F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C8A81-C936-FA9B-2F09-D64E308A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2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9190A2-7CFA-0753-C228-694240E8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5DC5A-DD91-01C9-6FB7-78E77195A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91BE4-46FE-6C81-A832-6F053127E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63D16-7E82-4CAD-9FA3-F7E7D850249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93FE7-E379-70C4-3C80-134F880F1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F2F5F-2160-F663-6D5B-9A5253EF6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07336-D493-4C5D-9997-ACDA7A31A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8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33F951A-13BA-2FCE-A920-C1F3BD5616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3916880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258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D58E-13C3-6553-D7D2-80FE02E8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08644B9-2091-3B09-5846-12311B6175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6818063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71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21885C7-F037-0207-1253-BCD08710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C02A32-83DE-92DC-6F1D-88B7B074EA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99316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53580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22</Words>
  <Application>Microsoft Office PowerPoint</Application>
  <PresentationFormat>Widescreen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Gaur, Ankita Singh</dc:creator>
  <cp:lastModifiedBy>Gaur, Ankita Singh</cp:lastModifiedBy>
  <cp:revision>7</cp:revision>
  <dcterms:created xsi:type="dcterms:W3CDTF">2025-08-18T00:41:20Z</dcterms:created>
  <dcterms:modified xsi:type="dcterms:W3CDTF">2025-08-18T17:07:00Z</dcterms:modified>
</cp:coreProperties>
</file>