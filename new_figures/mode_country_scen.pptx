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0"/>
  </p:notesMasterIdLst>
  <p:sldIdLst>
    <p:sldId id="259" r:id="rId2"/>
    <p:sldId id="260" r:id="rId3"/>
    <p:sldId id="261" r:id="rId4"/>
    <p:sldId id="258" r:id="rId5"/>
    <p:sldId id="263" r:id="rId6"/>
    <p:sldId id="264" r:id="rId7"/>
    <p:sldId id="265" r:id="rId8"/>
    <p:sldId id="266" r:id="rId9"/>
  </p:sldIdLst>
  <p:sldSz cx="96012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A311"/>
    <a:srgbClr val="14213D"/>
    <a:srgbClr val="FB6F92"/>
    <a:srgbClr val="2A9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0" d="100"/>
          <a:sy n="110" d="100"/>
        </p:scale>
        <p:origin x="1404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D10F30-F13A-49AD-A380-E101F5D411C3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20713" y="1143000"/>
            <a:ext cx="80994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76EEA-E26D-40ED-BE81-ED7B9E9A5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93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76EEA-E26D-40ED-BE81-ED7B9E9A54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68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150" y="598597"/>
            <a:ext cx="7200900" cy="1273387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1921091"/>
            <a:ext cx="7200900" cy="883073"/>
          </a:xfrm>
        </p:spPr>
        <p:txBody>
          <a:bodyPr/>
          <a:lstStyle>
            <a:lvl1pPr marL="0" indent="0" algn="ctr">
              <a:buNone/>
              <a:defRPr sz="1280"/>
            </a:lvl1pPr>
            <a:lvl2pPr marL="243825" indent="0" algn="ctr">
              <a:buNone/>
              <a:defRPr sz="1067"/>
            </a:lvl2pPr>
            <a:lvl3pPr marL="487650" indent="0" algn="ctr">
              <a:buNone/>
              <a:defRPr sz="960"/>
            </a:lvl3pPr>
            <a:lvl4pPr marL="731474" indent="0" algn="ctr">
              <a:buNone/>
              <a:defRPr sz="853"/>
            </a:lvl4pPr>
            <a:lvl5pPr marL="975299" indent="0" algn="ctr">
              <a:buNone/>
              <a:defRPr sz="853"/>
            </a:lvl5pPr>
            <a:lvl6pPr marL="1219124" indent="0" algn="ctr">
              <a:buNone/>
              <a:defRPr sz="853"/>
            </a:lvl6pPr>
            <a:lvl7pPr marL="1462949" indent="0" algn="ctr">
              <a:buNone/>
              <a:defRPr sz="853"/>
            </a:lvl7pPr>
            <a:lvl8pPr marL="1706773" indent="0" algn="ctr">
              <a:buNone/>
              <a:defRPr sz="853"/>
            </a:lvl8pPr>
            <a:lvl9pPr marL="1950598" indent="0" algn="ctr">
              <a:buNone/>
              <a:defRPr sz="8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97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59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3" y="911860"/>
            <a:ext cx="8281035" cy="15214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3" y="2447714"/>
            <a:ext cx="8281035" cy="800100"/>
          </a:xfrm>
        </p:spPr>
        <p:txBody>
          <a:bodyPr/>
          <a:lstStyle>
            <a:lvl1pPr marL="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1pPr>
            <a:lvl2pPr marL="243825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2pPr>
            <a:lvl3pPr marL="48765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3pPr>
            <a:lvl4pPr marL="731474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4pPr>
            <a:lvl5pPr marL="975299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5pPr>
            <a:lvl6pPr marL="1219124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6pPr>
            <a:lvl7pPr marL="1462949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7pPr>
            <a:lvl8pPr marL="1706773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8pPr>
            <a:lvl9pPr marL="1950598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52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973666"/>
            <a:ext cx="408051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973666"/>
            <a:ext cx="408051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48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4" y="194738"/>
            <a:ext cx="8281035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5" y="896620"/>
            <a:ext cx="4061757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5" y="1336040"/>
            <a:ext cx="4061757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7" y="896620"/>
            <a:ext cx="4081761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7" y="1336040"/>
            <a:ext cx="4081761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25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53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69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4" y="243840"/>
            <a:ext cx="3096637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2" y="526631"/>
            <a:ext cx="4860608" cy="2599267"/>
          </a:xfrm>
        </p:spPr>
        <p:txBody>
          <a:bodyPr/>
          <a:lstStyle>
            <a:lvl1pPr>
              <a:defRPr sz="1707"/>
            </a:lvl1pPr>
            <a:lvl2pPr>
              <a:defRPr sz="1493"/>
            </a:lvl2pPr>
            <a:lvl3pPr>
              <a:defRPr sz="128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4" y="1097284"/>
            <a:ext cx="3096637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54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4" y="243840"/>
            <a:ext cx="3096637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2" y="526631"/>
            <a:ext cx="4860608" cy="2599267"/>
          </a:xfrm>
        </p:spPr>
        <p:txBody>
          <a:bodyPr anchor="t"/>
          <a:lstStyle>
            <a:lvl1pPr marL="0" indent="0">
              <a:buNone/>
              <a:defRPr sz="1707"/>
            </a:lvl1pPr>
            <a:lvl2pPr marL="243825" indent="0">
              <a:buNone/>
              <a:defRPr sz="1493"/>
            </a:lvl2pPr>
            <a:lvl3pPr marL="487650" indent="0">
              <a:buNone/>
              <a:defRPr sz="1280"/>
            </a:lvl3pPr>
            <a:lvl4pPr marL="731474" indent="0">
              <a:buNone/>
              <a:defRPr sz="1067"/>
            </a:lvl4pPr>
            <a:lvl5pPr marL="975299" indent="0">
              <a:buNone/>
              <a:defRPr sz="1067"/>
            </a:lvl5pPr>
            <a:lvl6pPr marL="1219124" indent="0">
              <a:buNone/>
              <a:defRPr sz="1067"/>
            </a:lvl6pPr>
            <a:lvl7pPr marL="1462949" indent="0">
              <a:buNone/>
              <a:defRPr sz="1067"/>
            </a:lvl7pPr>
            <a:lvl8pPr marL="1706773" indent="0">
              <a:buNone/>
              <a:defRPr sz="1067"/>
            </a:lvl8pPr>
            <a:lvl9pPr marL="1950598" indent="0">
              <a:buNone/>
              <a:defRPr sz="10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4" y="1097284"/>
            <a:ext cx="3096637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4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403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61" y="194737"/>
            <a:ext cx="2070258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4" y="194737"/>
            <a:ext cx="6090762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589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5" y="194738"/>
            <a:ext cx="8281035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5" y="973666"/>
            <a:ext cx="8281035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3390058"/>
            <a:ext cx="216027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BC024-965C-433A-8DF9-BDEEB9D07142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400" y="3390058"/>
            <a:ext cx="3240405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3390058"/>
            <a:ext cx="216027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7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87650" rtl="0" eaLnBrk="1" latinLnBrk="0" hangingPunct="1">
        <a:lnSpc>
          <a:spcPct val="90000"/>
        </a:lnSpc>
        <a:spcBef>
          <a:spcPct val="0"/>
        </a:spcBef>
        <a:buNone/>
        <a:defRPr sz="23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912" indent="-121912" algn="l" defTabSz="48765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1pPr>
      <a:lvl2pPr marL="36573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09562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3pPr>
      <a:lvl4pPr marL="85338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1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34103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58486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82868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2072510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1pPr>
      <a:lvl2pPr marL="243825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8765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3147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97529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21912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46294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706773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1950598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hart, bar chart&#10;&#10;AI-generated content may be incorrect.">
            <a:extLst>
              <a:ext uri="{FF2B5EF4-FFF2-40B4-BE49-F238E27FC236}">
                <a16:creationId xmlns:a16="http://schemas.microsoft.com/office/drawing/2014/main" id="{EC1734CF-513B-B847-24BE-34ABDFFBE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014" y="457200"/>
            <a:ext cx="7424735" cy="3200400"/>
          </a:xfrm>
          <a:prstGeom prst="rect">
            <a:avLst/>
          </a:prstGeom>
        </p:spPr>
      </p:pic>
      <p:pic>
        <p:nvPicPr>
          <p:cNvPr id="9" name="Picture 8" descr="Chart, bar chart&#10;&#10;AI-generated content may be incorrect.">
            <a:extLst>
              <a:ext uri="{FF2B5EF4-FFF2-40B4-BE49-F238E27FC236}">
                <a16:creationId xmlns:a16="http://schemas.microsoft.com/office/drawing/2014/main" id="{2DD45D6D-D49B-1F19-757D-A573088F3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1520"/>
            <a:ext cx="1420010" cy="29260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43416D-F139-F463-BAB1-857FCACDED7D}"/>
              </a:ext>
            </a:extLst>
          </p:cNvPr>
          <p:cNvSpPr txBox="1"/>
          <p:nvPr/>
        </p:nvSpPr>
        <p:spPr>
          <a:xfrm>
            <a:off x="0" y="0"/>
            <a:ext cx="3705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Afghanistan</a:t>
            </a:r>
          </a:p>
        </p:txBody>
      </p:sp>
    </p:spTree>
    <p:extLst>
      <p:ext uri="{BB962C8B-B14F-4D97-AF65-F5344CB8AC3E}">
        <p14:creationId xmlns:p14="http://schemas.microsoft.com/office/powerpoint/2010/main" val="239604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ar chart&#10;&#10;AI-generated content may be incorrect.">
            <a:extLst>
              <a:ext uri="{FF2B5EF4-FFF2-40B4-BE49-F238E27FC236}">
                <a16:creationId xmlns:a16="http://schemas.microsoft.com/office/drawing/2014/main" id="{9C544857-58E5-B53F-D992-4C007DF08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1520"/>
            <a:ext cx="1420010" cy="2926080"/>
          </a:xfrm>
          <a:prstGeom prst="rect">
            <a:avLst/>
          </a:prstGeom>
        </p:spPr>
      </p:pic>
      <p:pic>
        <p:nvPicPr>
          <p:cNvPr id="5" name="Picture 4" descr="Chart, bar chart&#10;&#10;AI-generated content may be incorrect.">
            <a:extLst>
              <a:ext uri="{FF2B5EF4-FFF2-40B4-BE49-F238E27FC236}">
                <a16:creationId xmlns:a16="http://schemas.microsoft.com/office/drawing/2014/main" id="{121C5B87-65E8-3D7E-A10D-E4D0017306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010" y="457200"/>
            <a:ext cx="7424735" cy="3200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8E0C77-02F9-0AD8-8164-F1DBF3A5C9C3}"/>
              </a:ext>
            </a:extLst>
          </p:cNvPr>
          <p:cNvSpPr txBox="1"/>
          <p:nvPr/>
        </p:nvSpPr>
        <p:spPr>
          <a:xfrm>
            <a:off x="0" y="-4465"/>
            <a:ext cx="3705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Bangladesh</a:t>
            </a:r>
          </a:p>
        </p:txBody>
      </p:sp>
    </p:spTree>
    <p:extLst>
      <p:ext uri="{BB962C8B-B14F-4D97-AF65-F5344CB8AC3E}">
        <p14:creationId xmlns:p14="http://schemas.microsoft.com/office/powerpoint/2010/main" val="1916751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ar chart&#10;&#10;AI-generated content may be incorrect.">
            <a:extLst>
              <a:ext uri="{FF2B5EF4-FFF2-40B4-BE49-F238E27FC236}">
                <a16:creationId xmlns:a16="http://schemas.microsoft.com/office/drawing/2014/main" id="{6CD9D797-E22B-F3BD-E90D-189B05F5F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1520"/>
            <a:ext cx="1420010" cy="2926080"/>
          </a:xfrm>
          <a:prstGeom prst="rect">
            <a:avLst/>
          </a:prstGeom>
        </p:spPr>
      </p:pic>
      <p:pic>
        <p:nvPicPr>
          <p:cNvPr id="5" name="Picture 4" descr="Chart, bar chart&#10;&#10;AI-generated content may be incorrect.">
            <a:extLst>
              <a:ext uri="{FF2B5EF4-FFF2-40B4-BE49-F238E27FC236}">
                <a16:creationId xmlns:a16="http://schemas.microsoft.com/office/drawing/2014/main" id="{04CF4A38-1DDF-5120-F5F6-899210F323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010" y="457200"/>
            <a:ext cx="7424735" cy="3200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A6A795-B976-0CC7-8EA8-4C0D3BBE4DBD}"/>
              </a:ext>
            </a:extLst>
          </p:cNvPr>
          <p:cNvSpPr txBox="1"/>
          <p:nvPr/>
        </p:nvSpPr>
        <p:spPr>
          <a:xfrm>
            <a:off x="0" y="-4465"/>
            <a:ext cx="3705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Bhutan</a:t>
            </a:r>
          </a:p>
        </p:txBody>
      </p:sp>
    </p:spTree>
    <p:extLst>
      <p:ext uri="{BB962C8B-B14F-4D97-AF65-F5344CB8AC3E}">
        <p14:creationId xmlns:p14="http://schemas.microsoft.com/office/powerpoint/2010/main" val="2441252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40186-04F3-AA61-BBB9-5A3BC8EBD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4FECF8E-B243-11A1-A888-562C98A02C8B}"/>
              </a:ext>
            </a:extLst>
          </p:cNvPr>
          <p:cNvSpPr txBox="1"/>
          <p:nvPr/>
        </p:nvSpPr>
        <p:spPr>
          <a:xfrm>
            <a:off x="0" y="0"/>
            <a:ext cx="3705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India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50A937-1512-233F-C882-96C31ECDA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924" y="457200"/>
            <a:ext cx="7428719" cy="3200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7237A0-29BD-6BD1-7EA1-7DB288DE4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1520"/>
            <a:ext cx="1417924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820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ar chart&#10;&#10;AI-generated content may be incorrect.">
            <a:extLst>
              <a:ext uri="{FF2B5EF4-FFF2-40B4-BE49-F238E27FC236}">
                <a16:creationId xmlns:a16="http://schemas.microsoft.com/office/drawing/2014/main" id="{78566EFA-A0A0-82B6-9B84-6CFB1C29C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1520"/>
            <a:ext cx="1420010" cy="2926080"/>
          </a:xfrm>
          <a:prstGeom prst="rect">
            <a:avLst/>
          </a:prstGeom>
        </p:spPr>
      </p:pic>
      <p:pic>
        <p:nvPicPr>
          <p:cNvPr id="5" name="Picture 4" descr="Chart, bar chart&#10;&#10;AI-generated content may be incorrect.">
            <a:extLst>
              <a:ext uri="{FF2B5EF4-FFF2-40B4-BE49-F238E27FC236}">
                <a16:creationId xmlns:a16="http://schemas.microsoft.com/office/drawing/2014/main" id="{C9D7019D-DAD6-EA8F-6101-1194ACA5B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010" y="457200"/>
            <a:ext cx="7424735" cy="3200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37071B-4C53-A626-249C-4B023606B5CF}"/>
              </a:ext>
            </a:extLst>
          </p:cNvPr>
          <p:cNvSpPr txBox="1"/>
          <p:nvPr/>
        </p:nvSpPr>
        <p:spPr>
          <a:xfrm>
            <a:off x="0" y="0"/>
            <a:ext cx="3705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Maldives</a:t>
            </a:r>
          </a:p>
        </p:txBody>
      </p:sp>
    </p:spTree>
    <p:extLst>
      <p:ext uri="{BB962C8B-B14F-4D97-AF65-F5344CB8AC3E}">
        <p14:creationId xmlns:p14="http://schemas.microsoft.com/office/powerpoint/2010/main" val="2079327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ar chart, histogram&#10;&#10;AI-generated content may be incorrect.">
            <a:extLst>
              <a:ext uri="{FF2B5EF4-FFF2-40B4-BE49-F238E27FC236}">
                <a16:creationId xmlns:a16="http://schemas.microsoft.com/office/drawing/2014/main" id="{2AFB0F61-9909-5641-9CA1-1EB12AC5C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1520"/>
            <a:ext cx="1420010" cy="2926080"/>
          </a:xfrm>
          <a:prstGeom prst="rect">
            <a:avLst/>
          </a:prstGeom>
        </p:spPr>
      </p:pic>
      <p:pic>
        <p:nvPicPr>
          <p:cNvPr id="5" name="Picture 4" descr="Chart, bar chart&#10;&#10;AI-generated content may be incorrect.">
            <a:extLst>
              <a:ext uri="{FF2B5EF4-FFF2-40B4-BE49-F238E27FC236}">
                <a16:creationId xmlns:a16="http://schemas.microsoft.com/office/drawing/2014/main" id="{3E6A0FFA-656D-8609-474A-F24E0E324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010" y="457200"/>
            <a:ext cx="7424735" cy="3200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DDCE2D-B207-165E-8283-A479FE0812E4}"/>
              </a:ext>
            </a:extLst>
          </p:cNvPr>
          <p:cNvSpPr txBox="1"/>
          <p:nvPr/>
        </p:nvSpPr>
        <p:spPr>
          <a:xfrm>
            <a:off x="0" y="0"/>
            <a:ext cx="3705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Nepal</a:t>
            </a:r>
          </a:p>
        </p:txBody>
      </p:sp>
    </p:spTree>
    <p:extLst>
      <p:ext uri="{BB962C8B-B14F-4D97-AF65-F5344CB8AC3E}">
        <p14:creationId xmlns:p14="http://schemas.microsoft.com/office/powerpoint/2010/main" val="2509579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ar chart&#10;&#10;AI-generated content may be incorrect.">
            <a:extLst>
              <a:ext uri="{FF2B5EF4-FFF2-40B4-BE49-F238E27FC236}">
                <a16:creationId xmlns:a16="http://schemas.microsoft.com/office/drawing/2014/main" id="{7FE1F493-4F53-6DE4-BFC2-F747234BD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1520"/>
            <a:ext cx="1420010" cy="2926080"/>
          </a:xfrm>
          <a:prstGeom prst="rect">
            <a:avLst/>
          </a:prstGeom>
        </p:spPr>
      </p:pic>
      <p:pic>
        <p:nvPicPr>
          <p:cNvPr id="5" name="Picture 4" descr="Chart, bar chart&#10;&#10;AI-generated content may be incorrect.">
            <a:extLst>
              <a:ext uri="{FF2B5EF4-FFF2-40B4-BE49-F238E27FC236}">
                <a16:creationId xmlns:a16="http://schemas.microsoft.com/office/drawing/2014/main" id="{BA7FD0EA-9B4E-C143-2315-27A9AFE295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010" y="457200"/>
            <a:ext cx="7424735" cy="3200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A920D9-3A4B-61C8-36A4-2FD5CBACC53D}"/>
              </a:ext>
            </a:extLst>
          </p:cNvPr>
          <p:cNvSpPr txBox="1"/>
          <p:nvPr/>
        </p:nvSpPr>
        <p:spPr>
          <a:xfrm>
            <a:off x="0" y="0"/>
            <a:ext cx="3705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Pakistan</a:t>
            </a:r>
          </a:p>
        </p:txBody>
      </p:sp>
    </p:spTree>
    <p:extLst>
      <p:ext uri="{BB962C8B-B14F-4D97-AF65-F5344CB8AC3E}">
        <p14:creationId xmlns:p14="http://schemas.microsoft.com/office/powerpoint/2010/main" val="4015833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ar chart, histogram&#10;&#10;AI-generated content may be incorrect.">
            <a:extLst>
              <a:ext uri="{FF2B5EF4-FFF2-40B4-BE49-F238E27FC236}">
                <a16:creationId xmlns:a16="http://schemas.microsoft.com/office/drawing/2014/main" id="{1DFD010A-8D92-A8DC-DE41-B4EDE4463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1520"/>
            <a:ext cx="1420010" cy="2926080"/>
          </a:xfrm>
          <a:prstGeom prst="rect">
            <a:avLst/>
          </a:prstGeom>
        </p:spPr>
      </p:pic>
      <p:pic>
        <p:nvPicPr>
          <p:cNvPr id="5" name="Picture 4" descr="Chart, bar chart&#10;&#10;AI-generated content may be incorrect.">
            <a:extLst>
              <a:ext uri="{FF2B5EF4-FFF2-40B4-BE49-F238E27FC236}">
                <a16:creationId xmlns:a16="http://schemas.microsoft.com/office/drawing/2014/main" id="{D6085EDD-711C-4405-EBC4-0FC38E228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010" y="457200"/>
            <a:ext cx="7424735" cy="3200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2AEEC9-D1E6-6DDF-2F5F-F0570C412FF9}"/>
              </a:ext>
            </a:extLst>
          </p:cNvPr>
          <p:cNvSpPr txBox="1"/>
          <p:nvPr/>
        </p:nvSpPr>
        <p:spPr>
          <a:xfrm>
            <a:off x="0" y="0"/>
            <a:ext cx="3705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Sri Lanka</a:t>
            </a:r>
          </a:p>
        </p:txBody>
      </p:sp>
    </p:spTree>
    <p:extLst>
      <p:ext uri="{BB962C8B-B14F-4D97-AF65-F5344CB8AC3E}">
        <p14:creationId xmlns:p14="http://schemas.microsoft.com/office/powerpoint/2010/main" val="1447163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</TotalTime>
  <Words>10</Words>
  <Application>Microsoft Office PowerPoint</Application>
  <PresentationFormat>Custom</PresentationFormat>
  <Paragraphs>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Gaur, Ankita Singh</dc:creator>
  <cp:lastModifiedBy>Gaur, Ankita Singh</cp:lastModifiedBy>
  <cp:revision>10</cp:revision>
  <dcterms:created xsi:type="dcterms:W3CDTF">2025-08-20T03:23:47Z</dcterms:created>
  <dcterms:modified xsi:type="dcterms:W3CDTF">2025-08-22T20:24:33Z</dcterms:modified>
</cp:coreProperties>
</file>