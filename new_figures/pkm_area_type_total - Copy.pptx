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3"/>
  </p:notesMasterIdLst>
  <p:sldIdLst>
    <p:sldId id="257" r:id="rId2"/>
  </p:sldIdLst>
  <p:sldSz cx="9144000" cy="10972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A9D8F"/>
    <a:srgbClr val="FB6F92"/>
    <a:srgbClr val="14213D"/>
    <a:srgbClr val="FCA3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2" d="100"/>
          <a:sy n="42" d="100"/>
        </p:scale>
        <p:origin x="1908" y="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EA6B60-B89C-483E-9E8F-33D0E7978475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1143000"/>
            <a:ext cx="25717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EB062-3D70-4B6C-AA5A-96D4CAC0C0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7463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1EB062-3D70-4B6C-AA5A-96D4CAC0C02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9119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795781"/>
            <a:ext cx="7772400" cy="382016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5763261"/>
            <a:ext cx="6858000" cy="2649219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BC024-965C-433A-8DF9-BDEEB9D07142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B6813-A2EC-496E-8CF7-F9A353B4EA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8338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BC024-965C-433A-8DF9-BDEEB9D07142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B6813-A2EC-496E-8CF7-F9A353B4EA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7000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2735583"/>
            <a:ext cx="7886700" cy="4564379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7343143"/>
            <a:ext cx="7886700" cy="240029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BC024-965C-433A-8DF9-BDEEB9D07142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B6813-A2EC-496E-8CF7-F9A353B4EA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723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2921000"/>
            <a:ext cx="3886200" cy="69621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2921000"/>
            <a:ext cx="3886200" cy="69621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BC024-965C-433A-8DF9-BDEEB9D07142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B6813-A2EC-496E-8CF7-F9A353B4EA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4360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584202"/>
            <a:ext cx="7886700" cy="212090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2689861"/>
            <a:ext cx="3868340" cy="131825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4008120"/>
            <a:ext cx="3868340" cy="58953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2689861"/>
            <a:ext cx="3887391" cy="131825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4008120"/>
            <a:ext cx="3887391" cy="58953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BC024-965C-433A-8DF9-BDEEB9D07142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B6813-A2EC-496E-8CF7-F9A353B4EA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3146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BC024-965C-433A-8DF9-BDEEB9D07142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B6813-A2EC-496E-8CF7-F9A353B4EA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590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BC024-965C-433A-8DF9-BDEEB9D07142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B6813-A2EC-496E-8CF7-F9A353B4EA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481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731520"/>
            <a:ext cx="2949178" cy="256032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1579882"/>
            <a:ext cx="4629150" cy="7797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3291840"/>
            <a:ext cx="2949178" cy="609854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BC024-965C-433A-8DF9-BDEEB9D07142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B6813-A2EC-496E-8CF7-F9A353B4EA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7949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731520"/>
            <a:ext cx="2949178" cy="256032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1579882"/>
            <a:ext cx="4629150" cy="7797800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3291840"/>
            <a:ext cx="2949178" cy="609854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BC024-965C-433A-8DF9-BDEEB9D07142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B6813-A2EC-496E-8CF7-F9A353B4EA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3943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BC024-965C-433A-8DF9-BDEEB9D07142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B6813-A2EC-496E-8CF7-F9A353B4EA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2267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584200"/>
            <a:ext cx="1971675" cy="929894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584200"/>
            <a:ext cx="5800725" cy="929894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BC024-965C-433A-8DF9-BDEEB9D07142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B6813-A2EC-496E-8CF7-F9A353B4EA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481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584202"/>
            <a:ext cx="7886700" cy="21209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2921000"/>
            <a:ext cx="7886700" cy="69621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10170162"/>
            <a:ext cx="2057400" cy="584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7BC024-965C-433A-8DF9-BDEEB9D07142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10170162"/>
            <a:ext cx="3086100" cy="584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10170162"/>
            <a:ext cx="2057400" cy="584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3B6813-A2EC-496E-8CF7-F9A353B4EA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679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1DC66C6-7648-0EEB-9A60-AFFCC6C07F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6077" y="5314396"/>
            <a:ext cx="4199496" cy="2286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48DA45C-57F2-9E07-B4C5-A5CB15644F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749" y="5317457"/>
            <a:ext cx="4199496" cy="2286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F667B08-C9C8-9133-D1AD-987262D70B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721" y="2676136"/>
            <a:ext cx="4199496" cy="2286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257AD12-4A81-0A37-8064-46B3531F3F2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749" y="0"/>
            <a:ext cx="4177996" cy="2286000"/>
          </a:xfrm>
          <a:prstGeom prst="rect">
            <a:avLst/>
          </a:prstGeom>
        </p:spPr>
      </p:pic>
      <p:sp>
        <p:nvSpPr>
          <p:cNvPr id="69" name="TextBox 68">
            <a:extLst>
              <a:ext uri="{FF2B5EF4-FFF2-40B4-BE49-F238E27FC236}">
                <a16:creationId xmlns:a16="http://schemas.microsoft.com/office/drawing/2014/main" id="{E15AFC9E-6999-11BC-55B4-ADF8D693F4E7}"/>
              </a:ext>
            </a:extLst>
          </p:cNvPr>
          <p:cNvSpPr txBox="1"/>
          <p:nvPr/>
        </p:nvSpPr>
        <p:spPr>
          <a:xfrm>
            <a:off x="1235242" y="2202441"/>
            <a:ext cx="2839453" cy="30777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2050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209AA8F-CA14-FC53-5BBD-0F59FF9E2756}"/>
              </a:ext>
            </a:extLst>
          </p:cNvPr>
          <p:cNvSpPr txBox="1"/>
          <p:nvPr/>
        </p:nvSpPr>
        <p:spPr>
          <a:xfrm>
            <a:off x="497305" y="2202441"/>
            <a:ext cx="605589" cy="30777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2011</a:t>
            </a:r>
          </a:p>
        </p:txBody>
      </p:sp>
      <p:pic>
        <p:nvPicPr>
          <p:cNvPr id="71" name="Picture 70">
            <a:extLst>
              <a:ext uri="{FF2B5EF4-FFF2-40B4-BE49-F238E27FC236}">
                <a16:creationId xmlns:a16="http://schemas.microsoft.com/office/drawing/2014/main" id="{07B6BD95-8C4A-BD6A-2EA2-FBAF549F301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36077" y="0"/>
            <a:ext cx="4221217" cy="2286000"/>
          </a:xfrm>
          <a:prstGeom prst="rect">
            <a:avLst/>
          </a:prstGeom>
        </p:spPr>
      </p:pic>
      <p:sp>
        <p:nvSpPr>
          <p:cNvPr id="72" name="TextBox 71">
            <a:extLst>
              <a:ext uri="{FF2B5EF4-FFF2-40B4-BE49-F238E27FC236}">
                <a16:creationId xmlns:a16="http://schemas.microsoft.com/office/drawing/2014/main" id="{40FE4AC2-6221-5E91-8EB7-8BFF1B68D16D}"/>
              </a:ext>
            </a:extLst>
          </p:cNvPr>
          <p:cNvSpPr txBox="1"/>
          <p:nvPr/>
        </p:nvSpPr>
        <p:spPr>
          <a:xfrm>
            <a:off x="6096120" y="2202441"/>
            <a:ext cx="2839453" cy="30777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2050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20EC62A-B154-585B-04CC-3AC17FD078FC}"/>
              </a:ext>
            </a:extLst>
          </p:cNvPr>
          <p:cNvSpPr txBox="1"/>
          <p:nvPr/>
        </p:nvSpPr>
        <p:spPr>
          <a:xfrm>
            <a:off x="5358183" y="2202441"/>
            <a:ext cx="605589" cy="30777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2011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D21D7F6-6CE0-9AEC-74C3-CED2A210F200}"/>
              </a:ext>
            </a:extLst>
          </p:cNvPr>
          <p:cNvSpPr txBox="1"/>
          <p:nvPr/>
        </p:nvSpPr>
        <p:spPr>
          <a:xfrm>
            <a:off x="1235242" y="4821896"/>
            <a:ext cx="2839453" cy="30777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2050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0488CA9-3397-D993-8D24-8921FEFE3903}"/>
              </a:ext>
            </a:extLst>
          </p:cNvPr>
          <p:cNvSpPr txBox="1"/>
          <p:nvPr/>
        </p:nvSpPr>
        <p:spPr>
          <a:xfrm>
            <a:off x="497305" y="4821896"/>
            <a:ext cx="605589" cy="30777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2011</a:t>
            </a:r>
          </a:p>
        </p:txBody>
      </p:sp>
      <p:pic>
        <p:nvPicPr>
          <p:cNvPr id="77" name="Picture 76">
            <a:extLst>
              <a:ext uri="{FF2B5EF4-FFF2-40B4-BE49-F238E27FC236}">
                <a16:creationId xmlns:a16="http://schemas.microsoft.com/office/drawing/2014/main" id="{76B78D81-D69F-8D2D-6F9B-56C84616213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36076" y="2676136"/>
            <a:ext cx="4221217" cy="2286000"/>
          </a:xfrm>
          <a:prstGeom prst="rect">
            <a:avLst/>
          </a:prstGeom>
        </p:spPr>
      </p:pic>
      <p:sp>
        <p:nvSpPr>
          <p:cNvPr id="78" name="TextBox 77">
            <a:extLst>
              <a:ext uri="{FF2B5EF4-FFF2-40B4-BE49-F238E27FC236}">
                <a16:creationId xmlns:a16="http://schemas.microsoft.com/office/drawing/2014/main" id="{5495B027-6151-9AA4-C2D9-986EE1804D90}"/>
              </a:ext>
            </a:extLst>
          </p:cNvPr>
          <p:cNvSpPr txBox="1"/>
          <p:nvPr/>
        </p:nvSpPr>
        <p:spPr>
          <a:xfrm>
            <a:off x="6096120" y="4867704"/>
            <a:ext cx="2839453" cy="30777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2050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7216B84-8C85-7AD3-445F-8BDB1F0931AE}"/>
              </a:ext>
            </a:extLst>
          </p:cNvPr>
          <p:cNvSpPr txBox="1"/>
          <p:nvPr/>
        </p:nvSpPr>
        <p:spPr>
          <a:xfrm>
            <a:off x="5358183" y="4867704"/>
            <a:ext cx="605589" cy="30777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2011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C0558E3-860B-EF60-B40D-DC4127CF67F7}"/>
              </a:ext>
            </a:extLst>
          </p:cNvPr>
          <p:cNvSpPr txBox="1"/>
          <p:nvPr/>
        </p:nvSpPr>
        <p:spPr>
          <a:xfrm>
            <a:off x="1235242" y="7494272"/>
            <a:ext cx="2839453" cy="30777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2050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6D9A515-3DD4-B8E7-599C-C7C70FB6159C}"/>
              </a:ext>
            </a:extLst>
          </p:cNvPr>
          <p:cNvSpPr txBox="1"/>
          <p:nvPr/>
        </p:nvSpPr>
        <p:spPr>
          <a:xfrm>
            <a:off x="497305" y="7494272"/>
            <a:ext cx="605589" cy="30777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2011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400A2D6D-D25C-8691-E08F-0534C96F3DD5}"/>
              </a:ext>
            </a:extLst>
          </p:cNvPr>
          <p:cNvSpPr txBox="1"/>
          <p:nvPr/>
        </p:nvSpPr>
        <p:spPr>
          <a:xfrm>
            <a:off x="5963772" y="7494272"/>
            <a:ext cx="2839453" cy="30777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2050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EE497079-368E-61F9-A650-B2F4DEC323C5}"/>
              </a:ext>
            </a:extLst>
          </p:cNvPr>
          <p:cNvSpPr txBox="1"/>
          <p:nvPr/>
        </p:nvSpPr>
        <p:spPr>
          <a:xfrm>
            <a:off x="5225835" y="7494272"/>
            <a:ext cx="605589" cy="30777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2011</a:t>
            </a:r>
          </a:p>
        </p:txBody>
      </p:sp>
      <p:pic>
        <p:nvPicPr>
          <p:cNvPr id="86" name="Picture 85">
            <a:extLst>
              <a:ext uri="{FF2B5EF4-FFF2-40B4-BE49-F238E27FC236}">
                <a16:creationId xmlns:a16="http://schemas.microsoft.com/office/drawing/2014/main" id="{3FF4DB23-96A0-A6DE-2B96-6D2246CF87A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7993593"/>
            <a:ext cx="4221217" cy="2286000"/>
          </a:xfrm>
          <a:prstGeom prst="rect">
            <a:avLst/>
          </a:prstGeom>
        </p:spPr>
      </p:pic>
      <p:sp>
        <p:nvSpPr>
          <p:cNvPr id="87" name="TextBox 86">
            <a:extLst>
              <a:ext uri="{FF2B5EF4-FFF2-40B4-BE49-F238E27FC236}">
                <a16:creationId xmlns:a16="http://schemas.microsoft.com/office/drawing/2014/main" id="{46BC653E-8617-F096-6650-388744F5AE5E}"/>
              </a:ext>
            </a:extLst>
          </p:cNvPr>
          <p:cNvSpPr txBox="1"/>
          <p:nvPr/>
        </p:nvSpPr>
        <p:spPr>
          <a:xfrm>
            <a:off x="1235242" y="10125704"/>
            <a:ext cx="2839453" cy="30777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2050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0F4DA46E-16C8-9039-2FA5-72869A5705EF}"/>
              </a:ext>
            </a:extLst>
          </p:cNvPr>
          <p:cNvSpPr txBox="1"/>
          <p:nvPr/>
        </p:nvSpPr>
        <p:spPr>
          <a:xfrm>
            <a:off x="497305" y="10125704"/>
            <a:ext cx="605589" cy="30777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2011</a:t>
            </a:r>
          </a:p>
        </p:txBody>
      </p:sp>
      <p:pic>
        <p:nvPicPr>
          <p:cNvPr id="89" name="Picture 88">
            <a:extLst>
              <a:ext uri="{FF2B5EF4-FFF2-40B4-BE49-F238E27FC236}">
                <a16:creationId xmlns:a16="http://schemas.microsoft.com/office/drawing/2014/main" id="{0E3BCBC5-7FA4-65C8-C8F6-F5776C31D30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18522" y="8001113"/>
            <a:ext cx="4221217" cy="2286000"/>
          </a:xfrm>
          <a:prstGeom prst="rect">
            <a:avLst/>
          </a:prstGeom>
        </p:spPr>
      </p:pic>
      <p:sp>
        <p:nvSpPr>
          <p:cNvPr id="90" name="TextBox 89">
            <a:extLst>
              <a:ext uri="{FF2B5EF4-FFF2-40B4-BE49-F238E27FC236}">
                <a16:creationId xmlns:a16="http://schemas.microsoft.com/office/drawing/2014/main" id="{86ED2370-93ED-15AD-CBA7-A33A7E21EB09}"/>
              </a:ext>
            </a:extLst>
          </p:cNvPr>
          <p:cNvSpPr txBox="1"/>
          <p:nvPr/>
        </p:nvSpPr>
        <p:spPr>
          <a:xfrm>
            <a:off x="5963772" y="10125704"/>
            <a:ext cx="2839453" cy="30777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2050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23FEE178-E508-F5AE-C6F6-B00AB9C4AC20}"/>
              </a:ext>
            </a:extLst>
          </p:cNvPr>
          <p:cNvSpPr txBox="1"/>
          <p:nvPr/>
        </p:nvSpPr>
        <p:spPr>
          <a:xfrm>
            <a:off x="5225835" y="10125704"/>
            <a:ext cx="605589" cy="30777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2011</a:t>
            </a:r>
          </a:p>
        </p:txBody>
      </p: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17EA364C-9C17-2374-A432-7F85F8552FF3}"/>
              </a:ext>
            </a:extLst>
          </p:cNvPr>
          <p:cNvGrpSpPr/>
          <p:nvPr/>
        </p:nvGrpSpPr>
        <p:grpSpPr>
          <a:xfrm>
            <a:off x="2784174" y="10639373"/>
            <a:ext cx="4612972" cy="403305"/>
            <a:chOff x="1980188" y="10569549"/>
            <a:chExt cx="4612972" cy="403305"/>
          </a:xfrm>
        </p:grpSpPr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C45B2A56-DCCD-ECF6-5FD3-41CF2C1F73F7}"/>
                </a:ext>
              </a:extLst>
            </p:cNvPr>
            <p:cNvSpPr/>
            <p:nvPr/>
          </p:nvSpPr>
          <p:spPr>
            <a:xfrm>
              <a:off x="1980188" y="10647435"/>
              <a:ext cx="232012" cy="228600"/>
            </a:xfrm>
            <a:prstGeom prst="rect">
              <a:avLst/>
            </a:prstGeom>
            <a:solidFill>
              <a:srgbClr val="FCA311"/>
            </a:solidFill>
            <a:ln>
              <a:solidFill>
                <a:srgbClr val="FCA31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39034976-C29A-1616-90AF-5777EECEA81D}"/>
                </a:ext>
              </a:extLst>
            </p:cNvPr>
            <p:cNvSpPr txBox="1"/>
            <p:nvPr/>
          </p:nvSpPr>
          <p:spPr>
            <a:xfrm>
              <a:off x="2212200" y="10577069"/>
              <a:ext cx="11873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Large city</a:t>
              </a:r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3C800839-D7B7-95EC-96AA-4BB34E3E958A}"/>
                </a:ext>
              </a:extLst>
            </p:cNvPr>
            <p:cNvSpPr/>
            <p:nvPr/>
          </p:nvSpPr>
          <p:spPr>
            <a:xfrm>
              <a:off x="3349022" y="10647435"/>
              <a:ext cx="232012" cy="228600"/>
            </a:xfrm>
            <a:prstGeom prst="rect">
              <a:avLst/>
            </a:prstGeom>
            <a:solidFill>
              <a:srgbClr val="14213D"/>
            </a:solidFill>
            <a:ln>
              <a:solidFill>
                <a:srgbClr val="14213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CA7A31C7-03A7-5279-C6F3-CD4CDF5160F2}"/>
                </a:ext>
              </a:extLst>
            </p:cNvPr>
            <p:cNvSpPr txBox="1"/>
            <p:nvPr/>
          </p:nvSpPr>
          <p:spPr>
            <a:xfrm>
              <a:off x="3581034" y="10577069"/>
              <a:ext cx="11873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City</a:t>
              </a:r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52B90469-8692-E9B1-194C-124FFBA2E02E}"/>
                </a:ext>
              </a:extLst>
            </p:cNvPr>
            <p:cNvSpPr/>
            <p:nvPr/>
          </p:nvSpPr>
          <p:spPr>
            <a:xfrm>
              <a:off x="4170668" y="10639915"/>
              <a:ext cx="232012" cy="228600"/>
            </a:xfrm>
            <a:prstGeom prst="rect">
              <a:avLst/>
            </a:prstGeom>
            <a:solidFill>
              <a:srgbClr val="FB6F92"/>
            </a:solidFill>
            <a:ln>
              <a:solidFill>
                <a:srgbClr val="FB6F9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62C6EBA8-C3C5-1453-8B70-50012A7F408C}"/>
                </a:ext>
              </a:extLst>
            </p:cNvPr>
            <p:cNvSpPr txBox="1"/>
            <p:nvPr/>
          </p:nvSpPr>
          <p:spPr>
            <a:xfrm>
              <a:off x="4402680" y="10569549"/>
              <a:ext cx="11873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Town</a:t>
              </a:r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8AF12627-2B68-A6D5-4F73-EAB131D98E28}"/>
                </a:ext>
              </a:extLst>
            </p:cNvPr>
            <p:cNvSpPr/>
            <p:nvPr/>
          </p:nvSpPr>
          <p:spPr>
            <a:xfrm>
              <a:off x="5173793" y="10639915"/>
              <a:ext cx="232012" cy="228600"/>
            </a:xfrm>
            <a:prstGeom prst="rect">
              <a:avLst/>
            </a:prstGeom>
            <a:solidFill>
              <a:srgbClr val="2A9D8F"/>
            </a:solidFill>
            <a:ln>
              <a:solidFill>
                <a:srgbClr val="2A9D8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3BCFECCB-D1F3-0688-9317-2DA8C020E826}"/>
                </a:ext>
              </a:extLst>
            </p:cNvPr>
            <p:cNvSpPr txBox="1"/>
            <p:nvPr/>
          </p:nvSpPr>
          <p:spPr>
            <a:xfrm>
              <a:off x="5405805" y="10603522"/>
              <a:ext cx="11873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Rural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679395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109</TotalTime>
  <Words>22</Words>
  <Application>Microsoft Office PowerPoint</Application>
  <PresentationFormat>Custom</PresentationFormat>
  <Paragraphs>21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Gaur, Ankita Singh</dc:creator>
  <cp:lastModifiedBy>Gaur, Ankita Singh</cp:lastModifiedBy>
  <cp:revision>7</cp:revision>
  <dcterms:created xsi:type="dcterms:W3CDTF">2025-08-20T03:23:47Z</dcterms:created>
  <dcterms:modified xsi:type="dcterms:W3CDTF">2025-08-23T21:49:27Z</dcterms:modified>
</cp:coreProperties>
</file>